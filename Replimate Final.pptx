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115" r:id="rId1"/>
  </p:sldMasterIdLst>
  <p:notesMasterIdLst>
    <p:notesMasterId r:id="rId40"/>
  </p:notesMasterIdLst>
  <p:sldIdLst>
    <p:sldId id="256" r:id="rId2"/>
    <p:sldId id="297" r:id="rId3"/>
    <p:sldId id="258" r:id="rId4"/>
    <p:sldId id="320" r:id="rId5"/>
    <p:sldId id="259" r:id="rId6"/>
    <p:sldId id="321" r:id="rId7"/>
    <p:sldId id="322" r:id="rId8"/>
    <p:sldId id="281" r:id="rId9"/>
    <p:sldId id="282" r:id="rId10"/>
    <p:sldId id="260" r:id="rId11"/>
    <p:sldId id="305" r:id="rId12"/>
    <p:sldId id="261" r:id="rId13"/>
    <p:sldId id="306" r:id="rId14"/>
    <p:sldId id="312" r:id="rId15"/>
    <p:sldId id="318" r:id="rId16"/>
    <p:sldId id="271" r:id="rId17"/>
    <p:sldId id="272" r:id="rId18"/>
    <p:sldId id="273" r:id="rId19"/>
    <p:sldId id="268" r:id="rId20"/>
    <p:sldId id="307" r:id="rId21"/>
    <p:sldId id="276" r:id="rId22"/>
    <p:sldId id="277" r:id="rId23"/>
    <p:sldId id="296" r:id="rId24"/>
    <p:sldId id="284" r:id="rId25"/>
    <p:sldId id="285" r:id="rId26"/>
    <p:sldId id="286" r:id="rId27"/>
    <p:sldId id="311" r:id="rId28"/>
    <p:sldId id="314" r:id="rId29"/>
    <p:sldId id="316" r:id="rId30"/>
    <p:sldId id="308" r:id="rId31"/>
    <p:sldId id="309" r:id="rId32"/>
    <p:sldId id="317" r:id="rId33"/>
    <p:sldId id="319" r:id="rId34"/>
    <p:sldId id="315" r:id="rId35"/>
    <p:sldId id="274" r:id="rId36"/>
    <p:sldId id="310" r:id="rId37"/>
    <p:sldId id="275" r:id="rId38"/>
    <p:sldId id="26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89935" autoAdjust="0"/>
  </p:normalViewPr>
  <p:slideViewPr>
    <p:cSldViewPr snapToGrid="0" showGuides="1">
      <p:cViewPr varScale="1">
        <p:scale>
          <a:sx n="60" d="100"/>
          <a:sy n="60" d="100"/>
        </p:scale>
        <p:origin x="772" y="56"/>
      </p:cViewPr>
      <p:guideLst>
        <p:guide orient="horz" pos="2160"/>
        <p:guide pos="3840"/>
      </p:guideLst>
    </p:cSldViewPr>
  </p:slideViewPr>
  <p:outlineViewPr>
    <p:cViewPr>
      <p:scale>
        <a:sx n="33" d="100"/>
        <a:sy n="33" d="100"/>
      </p:scale>
      <p:origin x="0" y="-15518"/>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7T05:32:02"/>
    </inkml:context>
    <inkml:brush xml:id="br0">
      <inkml:brushProperty name="width" value="0.035" units="cm"/>
      <inkml:brushProperty name="height" value="0.03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7T05:32:52"/>
    </inkml:context>
    <inkml:brush xml:id="br0">
      <inkml:brushProperty name="width" value="0.035" units="cm"/>
      <inkml:brushProperty name="height" value="0.035" units="cm"/>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06:27:32"/>
    </inkml:context>
    <inkml:brush xml:id="br0">
      <inkml:brushProperty name="width" value="0.035" units="cm"/>
      <inkml:brushProperty name="height" value="0.035" units="cm"/>
      <inkml:brushProperty name="color" value="#FFFFFF"/>
    </inkml:brush>
  </inkml:definitions>
  <inkml:trace contextRef="#ctx0" brushRef="#br0">28 91 24575,'0'0'0,"0"-5"0,0-6 0,0-5 0,-4-6 0,-7 2 0,-2 4-8191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06:27:56"/>
    </inkml:context>
    <inkml:brush xml:id="br0">
      <inkml:brushProperty name="width" value="0.035" units="cm"/>
      <inkml:brushProperty name="height" value="0.035" units="cm"/>
      <inkml:brushProperty name="color" value="#FFFFFF"/>
    </inkml:brush>
  </inkml:definitions>
  <inkml:trace contextRef="#ctx0" brushRef="#br0">169 208 24575,'28'364'0,"-1"-64"0,-28-61 0,1-1309 0,0 1893 0,0-813 0,0-1 0,0 0 0,1 0 0,0 0 0,1 0 0,0 0 0,0 0 0,1-1 0,0 1 0,1-1 0,0 1 0,6 10 0,-10-19 0,0 0 0,0 0 0,0 1 0,1-1 0,-1 0 0,0 0 0,0 1 0,0-1 0,0 0 0,0 0 0,1 1 0,-1-1 0,0 0 0,0 0 0,0 0 0,1 0 0,-1 1 0,0-1 0,0 0 0,1 0 0,-1 0 0,0 0 0,0 0 0,1 0 0,-1 1 0,0-1 0,1 0 0,-1 0 0,0 0 0,0 0 0,1 0 0,-1 0 0,0 0 0,0 0 0,1 0 0,-1 0 0,1-1 0,-1-11 0,-7-17 0,-8-23 0,2-1 0,-12-101 0,22 129 0,-1-9 0,-14-78 0,14 91 0,2 1 0,-1-21 0,0-1 0,3 40 0,0 1 0,0 0 0,0-1 0,0 1 0,0 0 0,0-1 0,-1 1 0,1 0 0,0-1 0,-1 1 0,1 0 0,-1 0 0,0 0 0,1-1 0,-1 1 0,0 0 0,0 0 0,0 0 0,0 0 0,0 0 0,0 0 0,0 0 0,0 1 0,0-1 0,0 0 0,0 0 0,-2 0 0,2 1 0,0 1 0,-1-1 0,1 0 0,0 0 0,0 1 0,0-1 0,-1 1 0,1 0 0,0-1 0,0 1 0,0 0 0,0-1 0,0 1 0,0 0 0,0 0 0,1 0 0,-1 0 0,0 0 0,0 0 0,1 0 0,-1 0 0,0 0 0,1 0 0,-1 0 0,1 0 0,0 1 0,-1-1 0,1 0 0,-1 3 0,-3 18 0,0 0 0,2 0 0,0 0 0,1 0 0,4 34 0,-3-37 0,0-33 0,1 3 0,-1 1 0,0-1 0,-1 1 0,-1-1 0,1 1 0,-2-1 0,1 1 0,-2 0 0,-3-11 0,-3 2 0,1 0 0,2-1 0,-7-22 0,-13-35 0,22 63 0,0 1 0,1-1 0,1 1 0,0-1 0,1 0 0,-1-18 0,2 1 0,6-54 0,-5 82 0,1 1 0,-1-1 0,1 0 0,0 0 0,0 0 0,0 1 0,0-1 0,0 1 0,1-1 0,-1 1 0,1-1 0,2-3 0,-3 6 0,-1-1 0,1 1 0,-1 0 0,1-1 0,-1 1 0,1-1 0,-1 1 0,1 0 0,0 0 0,-1-1 0,1 1 0,-1 0 0,1 0 0,0 0 0,-1 0 0,1-1 0,0 1 0,-1 0 0,1 0 0,0 0 0,-1 1 0,2-1 0,-1 0 0,0 1 0,0-1 0,0 1 0,0 0 0,0 0 0,0-1 0,0 1 0,0 0 0,0 0 0,0 0 0,0 0 0,0 0 0,0 0 0,-1 0 0,2 2 0,4 10 0,0 1 0,-1 0 0,0 0 0,-1 0 0,0 1 0,2 26 0,-3-21 0,1 0 0,11 34 0,-6-24 0,-2-1 0,0 2 0,-2-1 0,-1 1 0,-2-1 0,-1 1 0,-3 31 0,2-54 0,1-1 0,0 1 0,0-1 0,1 1 0,-1-1 0,2 0 0,-1 0 0,1 0 0,0 0 0,0 0 0,1-1 0,0 1 0,0-1 0,1 0 0,0 0 0,0-1 0,0 1 0,0-1 0,1 0 0,0-1 0,0 1 0,0-1 0,1 0 0,-1-1 0,1 0 0,0 0 0,13 4 0,-19-7 0,1 0 0,-1 1 0,0-1 0,1 0 0,-1 0 0,0-1 0,1 1 0,-1 0 0,0 0 0,1-1 0,-1 1 0,0 0 0,0-1 0,1 0 0,-1 1 0,0-1 0,0 0 0,0 1 0,0-1 0,0 0 0,0 0 0,0 0 0,0 0 0,0 0 0,0 0 0,0 0 0,-1 0 0,1 0 0,0 0 0,-1-1 0,1 1 0,-1 0 0,1 0 0,-1-1 0,0 1 0,0 0 0,1-1 0,-1 1 0,0 0 0,0-1 0,-1-2 0,2-1 0,-1-1 0,0 0 0,-1 0 0,0 0 0,0 0 0,0 0 0,0 0 0,-4-6 0,1 3 0,-2 0 0,1 1 0,-1 0 0,0 0 0,-14-13 0,15 16 0,-1 0 0,1 0 0,1-1 0,-1 0 0,1 0 0,0 0 0,0 0 0,1 0 0,0-1 0,0 1 0,0-1 0,1 0 0,-2-9 0,1-14 0,2 0 0,4-43 0,-1 38 0,-3-41 0,-7 49 0,2 20 0,-1 18 0,-18 65 0,17-57 0,1 1 0,1 0 0,0 0 0,-4 41 0,9 164 0,3-105 0,-2-160 0,2 1 0,13-75 0,-9 76 0,-1 0 0,-3 0 0,-3-72 0,0 55 0,0 108 0,-1-21 0,2 0 0,1 0 0,1-1 0,9 43 0,-4-50 0,-2-1 0,1 0 0,1-1 0,1 0 0,1-1 0,1 0 0,19 30 0,1-5 0,-22-31 0,1-1 0,1 0 0,0 0 0,1 0 0,1-2 0,0 1 0,23 17 0,6 3 0,-33-25 0,1-1 0,-1 0 0,1-1 0,0 0 0,18 9 0,-26-15 0,1 1 0,-1-1 0,0 0 0,0 1 0,1-1 0,-1 0 0,0 0 0,1 0 0,-1 0 0,0 0 0,0 0 0,1-1 0,-1 1 0,0 0 0,0-1 0,1 1 0,-1 0 0,0-1 0,0 0 0,0 1 0,0-1 0,1 0 0,-1 1 0,0-1 0,0 0 0,-1 0 0,1 0 0,0 0 0,0 0 0,0 0 0,-1 0 0,1 0 0,0-1 0,-1 1 0,1 0 0,-1 0 0,1 0 0,-1-1 0,0 1 0,0 0 0,1 0 0,-1-1 0,0-1 0,1-4 0,0 1 0,-1-1 0,0 0 0,0 1 0,0-1 0,0 0 0,-3-8 0,-1 2 0,-1 1 0,0 0 0,-1 0 0,0 1 0,-1 0 0,0 0 0,0 0 0,-2 1 0,-13-14 0,-9-5 0,-55-42 0,45 41-1365,-1 1-5461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06:27:58"/>
    </inkml:context>
    <inkml:brush xml:id="br0">
      <inkml:brushProperty name="width" value="0.035" units="cm"/>
      <inkml:brushProperty name="height" value="0.035" units="cm"/>
      <inkml:brushProperty name="color" value="#FFFFFF"/>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07:02:29"/>
    </inkml:context>
    <inkml:brush xml:id="br0">
      <inkml:brushProperty name="width" value="0.05" units="cm"/>
      <inkml:brushProperty name="height" value="0.05" units="cm"/>
      <inkml:brushProperty name="color" value="#FFFFFF"/>
    </inkml:brush>
  </inkml:definitions>
  <inkml:trace contextRef="#ctx0" brushRef="#br0">0 88 24575,'1'-2'0,"-1"0"0,0 0 0,1 0 0,-1 1 0,1-1 0,0 0 0,0 0 0,-1 0 0,1 0 0,0 1 0,0-1 0,1 0 0,-1 1 0,0-1 0,1 1 0,-1 0 0,0-1 0,1 1 0,0 0 0,-1 0 0,1 0 0,0 0 0,-1 0 0,5-1 0,5-3 0,0 1 0,0 1 0,14-3 0,-8 2 0,16-4 0,62-6 0,-272 15 0,173-1-96,2 0-10,0 0 1,0 0-1,0 0 0,-1 0 0,1 0 0,0-1 1,0 1-1,0-1 0,0 1 0,0-1 1,-3-1-1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07:06:52"/>
    </inkml:context>
    <inkml:brush xml:id="br0">
      <inkml:brushProperty name="width" value="0.1" units="cm"/>
      <inkml:brushProperty name="height" value="0.1" units="cm"/>
      <inkml:brushProperty name="color" value="#FFFFFF"/>
    </inkml:brush>
  </inkml:definitions>
  <inkml:trace contextRef="#ctx0" brushRef="#br0">1 498 24575,'1'-17'0,"1"1"0,1-1 0,1 1 0,0 0 0,9-22 0,4-16 0,-8 22 0,2 1 0,2 0 0,24-46 0,-33 69 0,-1 0 0,0 0 0,-1 0 0,0 0 0,2-15 0,-3 13 0,1 1 0,0 0 0,6-15 0,-7 22 5,0-1-1,1 1 0,-1 0 0,1 0 1,0 0-1,-1 0 0,1 0 1,0 0-1,0 0 0,1 1 0,-1-1 1,0 1-1,0-1 0,1 1 1,-1 0-1,1 0 0,-1 0 0,1 0 1,-1 0-1,1 1 0,3-1 1,6-1-216,0 1 0,0 1 1,17 1-1,-19-1-406,15 1-6209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07:06:59"/>
    </inkml:context>
    <inkml:brush xml:id="br0">
      <inkml:brushProperty name="width" value="0.1" units="cm"/>
      <inkml:brushProperty name="height" value="0.1" units="cm"/>
      <inkml:brushProperty name="color" value="#FFFFFF"/>
    </inkml:brush>
  </inkml:definitions>
  <inkml:trace contextRef="#ctx0" brushRef="#br0">67 516 24575,'-7'0'0,"-1"0"0,1-1 0,0 0 0,-11-2 0,18 3 0,-1 0 0,0 0 0,0-1 0,0 1 0,0 0 0,0 0 0,0-1 0,0 1 0,1-1 0,-1 1 0,0 0 0,0-1 0,1 1 0,-1-1 0,0 0 0,0 1 0,1-1 0,-1 0 0,1 1 0,-1-1 0,1 0 0,-1 0 0,1 1 0,-1-1 0,1 0 0,0 0 0,-1 0 0,1 0 0,0 0 0,0 1 0,-1-1 0,1 0 0,0 0 0,0 0 0,0 0 0,0 0 0,0 0 0,1 0 0,-1 0 0,0 0 0,0 1 0,0-1 0,1 0 0,-1 0 0,1 0 0,0-1 0,6-9 0,0 1 0,2-1 0,-1 1 0,1 1 0,0 0 0,1 0 0,0 1 0,15-10 0,-11 8 0,-1 0 0,0 0 0,0-2 0,13-16 0,-19 18 0,0-1 0,-1 1 0,7-19 0,-10 24 0,-1 1 0,-1-1 0,1 0 0,-1 0 0,1 0 0,-2 0 0,1 0 0,0 0 0,-1 0 0,-1-10 0,1 14 0,0 0 0,0 0 0,0 0 0,-1 0 0,1 0 0,0 1 0,-1-1 0,1 0 0,0 0 0,-1 0 0,1 1 0,-1-1 0,0 0 0,1 0 0,-1 1 0,0-1 0,1 1 0,-1-1 0,0 0 0,1 1 0,-1-1 0,0 1 0,0 0 0,0-1 0,0 1 0,0 0 0,1-1 0,-2 1 0,-1 0 0,1 0 0,0 0 0,0 1 0,0-1 0,0 1 0,0-1 0,0 1 0,0 0 0,0 0 0,0 0 0,-3 2 0,-5 3 0,1 1 0,0 0 0,-11 12 0,0 3 0,1 1 0,1 0 0,-22 38 0,39-59 0,0 0 0,0 1 0,0-1 0,0 0 0,0 1 0,0-1 0,0 1 0,1-1 0,0 1 0,-1-1 0,1 4 0,0-6 0,0 1 0,0-1 0,0 0 0,0 1 0,0-1 0,1 1 0,-1-1 0,0 1 0,0-1 0,0 0 0,0 1 0,1-1 0,-1 1 0,0-1 0,1 0 0,-1 1 0,0-1 0,1 0 0,-1 1 0,0-1 0,1 0 0,-1 0 0,0 1 0,1-1 0,1 0 0,-1 0 0,0 1 0,0-1 0,0 0 0,0 0 0,0 0 0,1 0 0,-1-1 0,0 1 0,0 0 0,0 0 0,0-1 0,0 1 0,2-1 0,9-5 0,0 0 0,0-1 0,-1 0 0,1-1 0,-2 0 0,12-11 0,56-62 0,-42 41 0,-5 16 0,-12 11 0,-19 13 0,0 0 0,0 0 0,1 0 0,-1 0 0,0 0 0,0 0 0,0 0 0,0 0 0,0 0 0,0 0 0,0 0 0,0 0 0,1 0 0,-1 0 0,0-1 0,0 1 0,0 0 0,0 0 0,0 0 0,0 0 0,0 0 0,0 0 0,0 0 0,0-1 0,0 1 0,0 0 0,0 0 0,0 0 0,0 0 0,0 0 0,0 0 0,0-1 0,0 1 0,0 0 0,0 0 0,0 0 0,0 0 0,0 0 0,0 0 0,0-1 0,0 1 0,0 0 0,0 0 0,0 0 0,0 0 0,0 0 0,0 0 0,-1 0 0,1 0 0,0-1 0,0 1 0,0 0 0,0 0 0,0 0 0,0 0 0,0 0 0,0 0 0,-1 0 0,-11-3 0,-15 2 0,19 1 0,0 0 0,0-1 0,1 0 0,-1 0 0,0 0 0,1-1 0,-1-1 0,1 1 0,0-1 0,-9-5 0,5 1 0,1 0 0,0 0 0,0-1 0,1-1 0,-14-14 0,22 22 0,1 1 0,0 0 0,-1-1 0,1 1 0,0-1 0,-1 1 0,1 0 0,0-1 0,0 1 0,-1-1 0,1 1 0,0-1 0,0 1 0,0-1 0,-1 1 0,1-1 0,0 1 0,0-1 0,0 1 0,0-1 0,0 1 0,0-1 0,0 1 0,0-1 0,0 0 0,1 1 0,-1-1 0,0 0 0,14-9 0,34 0 0,-35 8 0,23-4 0,60-2 0,-109 8 0,0 0 0,-1 0 0,1-1 0,0-1 0,0-1 0,0 0 0,-22-8 0,34 11 0,0-1 0,1 1 0,-1 0 0,0-1 0,0 1 0,1 0 0,-1-1 0,0 1 0,0 0 0,1 0 0,-1 0 0,0 0 0,0 0 0,0 0 0,1 0 0,-1 0 0,0 0 0,0 0 0,0 0 0,1 0 0,-1 1 0,0-1 0,0 0 0,1 1 0,-1-1 0,-1 1 0,1 0 0,0 0 0,1 0 0,-1 1 0,0-1 0,0 0 0,1 0 0,-1 1 0,0-1 0,1 1 0,0-1 0,-1 0 0,1 1 0,-1 2 0,0 8 0,1 0 0,0 1 0,2 12 0,-1-10 0,2 47 0,1 24 0,-8 100 0,3-180 0,0-1 0,0 1 0,-1 0 0,0 0 0,0-1 0,0 1 0,-1-1 0,-3 6 0,5-9 0,0 0 0,-1 1 0,1-1 0,-1 0 0,0 0 0,0 0 0,0 0 0,0-1 0,0 1 0,0 0 0,0-1 0,0 1 0,-1-1 0,1 0 0,-1 0 0,1 0 0,-1 0 0,1 0 0,-5 0 0,6-1 0,0 0 0,1 0 0,-1-1 0,0 1 0,0 0 0,1-1 0,-1 1 0,0 0 0,0-1 0,1 1 0,-1-1 0,0 1 0,1-1 0,-1 1 0,0-1 0,1 0 0,-1 1 0,1-1 0,-1 0 0,1 1 0,-1-1 0,1 0 0,0 1 0,-1-1 0,1 0 0,0 0 0,0 0 0,-1 1 0,1-1 0,0 0 0,0-1 0,-3-32 0,3 30 0,-1-20 40,1 0 0,5-38 0,-3 52-189,0 1 1,1 0-1,0 0 1,0 1-1,0-1 1,1 0-1,1 1 1,0 0-1,10-14 1,-2 6-6678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07:07:05"/>
    </inkml:context>
    <inkml:brush xml:id="br0">
      <inkml:brushProperty name="width" value="0.1" units="cm"/>
      <inkml:brushProperty name="height" value="0.1" units="cm"/>
      <inkml:brushProperty name="color" value="#FFFFFF"/>
    </inkml:brush>
  </inkml:definitions>
  <inkml:trace contextRef="#ctx0" brushRef="#br0">0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07:07:05"/>
    </inkml:context>
    <inkml:brush xml:id="br0">
      <inkml:brushProperty name="width" value="0.1" units="cm"/>
      <inkml:brushProperty name="height" value="0.1" units="cm"/>
      <inkml:brushProperty name="color" value="#FFFFFF"/>
    </inkml:brush>
  </inkml:definitions>
  <inkml:trace contextRef="#ctx0" brushRef="#br0">0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07:07:07"/>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08:07:25.628"/>
    </inkml:context>
    <inkml:brush xml:id="br0">
      <inkml:brushProperty name="width" value="0.2" units="cm"/>
      <inkml:brushProperty name="height" value="0.2" units="cm"/>
      <inkml:brushProperty name="color" value="#FFFFFF"/>
    </inkml:brush>
  </inkml:definitions>
  <inkml:trace contextRef="#ctx0" brushRef="#br0">30 1 24575,'-1'17'0,"-1"1"0,-1 0 0,-5 21 0,3-19 0,-4 40 0,7 157 0,3-114 0,1-81 0,0 0 0,9 37 0,-6-35 0,-1-1 0,2 28 0,-6-18 0,-1-22 0,1 0 0,0-1 0,1 1 0,0 0 0,1 0 0,0 0 0,5 12 0,-7-21 0,0-1 0,1 0 0,-1 0 0,0 0 0,1 0 0,0 0 0,-1 0 0,1 0 0,0 0 0,-1 0 0,1-1 0,0 1 0,0 0 0,0 0 0,-1 0 0,1-1 0,0 1 0,0-1 0,0 1 0,0-1 0,0 1 0,0-1 0,1 1 0,-1-1 0,0 0 0,0 0 0,0 1 0,0-1 0,0 0 0,1 0 0,-1 0 0,0 0 0,0-1 0,0 1 0,0 0 0,0 0 0,0-1 0,0 1 0,1 0 0,-1-1 0,0 1 0,0-1 0,0 0 0,0 1 0,-1-1 0,1 0 0,0 1 0,0-1 0,0 0 0,1-1 0,4-4 0,0 0 0,0-1 0,0 1 0,-1-1 0,7-11 0,-1-4 0,-1 1 0,-1-2 0,-1 1 0,0-1 0,-2 0 0,4-30 0,-4 5 0,-2 0 0,-2-54 0,-4-63-1365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08:14:30.515"/>
    </inkml:context>
    <inkml:brush xml:id="br0">
      <inkml:brushProperty name="width" value="0.2" units="cm"/>
      <inkml:brushProperty name="height" value="0.2" units="cm"/>
      <inkml:brushProperty name="color" value="#FFFFFF"/>
    </inkml:brush>
  </inkml:definitions>
  <inkml:trace contextRef="#ctx0" brushRef="#br0">0 0 24575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08:14:41.776"/>
    </inkml:context>
    <inkml:brush xml:id="br0">
      <inkml:brushProperty name="width" value="0.2" units="cm"/>
      <inkml:brushProperty name="height" value="0.2" units="cm"/>
      <inkml:brushProperty name="color" value="#FFFFFF"/>
    </inkml:brush>
  </inkml:definitions>
  <inkml:trace contextRef="#ctx0" brushRef="#br0">134 233 24575,'-5'-2'0,"1"0"0,0 1 0,-1-1 0,1-1 0,0 1 0,0-1 0,0 1 0,0-1 0,-6-6 0,-9-6 0,12 10 0,-1 1 0,1-1 0,0-1 0,0 1 0,-11-13 0,16 16 0,1 0 0,0 0 0,0 0 0,0 0 0,0 1 0,0-2 0,0 1 0,0 0 0,1 0 0,-1 0 0,1 0 0,-1 0 0,1-1 0,0 1 0,0 0 0,0 0 0,0 0 0,0-1 0,0 1 0,1 0 0,-1 0 0,1 0 0,0 0 0,-1-1 0,1 1 0,0 0 0,0 0 0,2-2 0,0 0 0,1-1 0,-1 1 0,1 0 0,0 0 0,0 1 0,0-1 0,0 1 0,1 0 0,-1 0 0,1 0 0,0 1 0,0 0 0,6-3 0,10-1 0,0 0 0,22-3 0,-29 7 0,28-4-171,0 3-1,66 2 0,-79 1-678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08:14:48.240"/>
    </inkml:context>
    <inkml:brush xml:id="br0">
      <inkml:brushProperty name="width" value="0.2" units="cm"/>
      <inkml:brushProperty name="height" value="0.2" units="cm"/>
      <inkml:brushProperty name="color" value="#FFFFFF"/>
    </inkml:brush>
  </inkml:definitions>
  <inkml:trace contextRef="#ctx0" brushRef="#br0">97 104 24575,'0'-5'0,"-4"-1"0,-3-5 0,-4-1 0,0-3 0,-4 2 0,1-4 0,-2 3 0,-3 3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08:14:59.858"/>
    </inkml:context>
    <inkml:brush xml:id="br0">
      <inkml:brushProperty name="width" value="0.2" units="cm"/>
      <inkml:brushProperty name="height" value="0.2" units="cm"/>
      <inkml:brushProperty name="color" value="#FFFFFF"/>
    </inkml:brush>
  </inkml:definitions>
  <inkml:trace contextRef="#ctx0" brushRef="#br0">85 1 24575,'-2'0'0,"-1"1"0,1 0 0,0 0 0,-1 0 0,1 0 0,0 0 0,0 1 0,0-1 0,0 1 0,0-1 0,0 1 0,0 0 0,1 0 0,-4 3 0,-1 3 0,0-1 0,0 2 0,1-1 0,0 0 0,1 1 0,-1 0 0,2 0 0,-1 1 0,-2 13 0,32-34 0,-26 11 0,1 0 0,-1 0 0,1 0 0,-1-1 0,1 1 0,-1 0 0,1 0 0,0 0 0,-1 0 0,1 0 0,-1 0 0,1 0 0,-1 0 0,1 0 0,-1 0 0,1 1 0,0-1 0,-1 0 0,1 0 0,-1 0 0,1 1 0,-1-1 0,1 0 0,-1 0 0,1 1 0,-1-1 0,0 1 0,1-1 0,-1 0 0,1 1 0,-1-1 0,0 1 0,1-1 0,-1 1 0,0-1 0,0 1 0,1-1 0,-1 1 0,0-1 0,0 1 0,0-1 0,0 1 0,0-1 0,0 1 0,0 0 0,1-1 0,-2 1 0,1-1 0,0 1 0,0-1 0,0 1 0,0-1 0,0 1 0,0 0 0,-1-1 0,1 1 0,0-1 0,0 1 0,-1-1 0,1 1 0,0-1 0,-1 1 0,0 0-80,1 1 0,-1-1-1,0 0 1,1 0 0,-1 1-1,0-1 1,0 0 0,0 0-1,0 0 1,0 0 0,0 0 0,0 0-1,0-1 1,0 1 0,0 0-1,-2 0 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08:15:05.519"/>
    </inkml:context>
    <inkml:brush xml:id="br0">
      <inkml:brushProperty name="width" value="0.2" units="cm"/>
      <inkml:brushProperty name="height" value="0.2" units="cm"/>
      <inkml:brushProperty name="color" value="#FFFFFF"/>
    </inkml:brush>
  </inkml:definitions>
  <inkml:trace contextRef="#ctx0" brushRef="#br0">110 1 24575,'-5'0'0,"-7"0"0,-6 0 0,-5 0 0,-3 0 0,7 0 0,13 0 0,11 0 0,10 0 0,8 0 0,4 0 0,3 0 0,1 0 0,0 0 0,0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08:15:13.594"/>
    </inkml:context>
    <inkml:brush xml:id="br0">
      <inkml:brushProperty name="width" value="0.2" units="cm"/>
      <inkml:brushProperty name="height" value="0.2" units="cm"/>
      <inkml:brushProperty name="color" value="#FFFFFF"/>
    </inkml:brush>
  </inkml:definitions>
  <inkml:trace contextRef="#ctx0" brushRef="#br0">295 174 24575,'-1'-5'0,"0"0"0,-1 0 0,0 0 0,0 0 0,-1 0 0,1 0 0,-6-6 0,2 1 0,1-1 0,0-1 0,1 0 0,0 1 0,1-1 0,0 0 0,1-1 0,-1-11 0,1 13 0,7 17 0,0-1 0,-1 1 0,0 0 0,6 12 0,-2-2 0,1 4 0,0-1 0,-2 1 0,0 0 0,-1 0 0,-1 1 0,5 41 0,-10-57 0,1 12 0,-1 0 0,-3 31 0,2-43 0,0 0 0,0-1 0,0 1 0,-1 0 0,0-1 0,0 0 0,0 1 0,0-1 0,0 0 0,-1 0 0,0 0 0,0 0 0,0-1 0,0 1 0,-4 2 0,-1 1 0,1 1 0,0-1 0,0 1 0,-6 11 0,8-12 0,0-1 0,0 1 0,-1-1 0,0 1 0,0-2 0,0 1 0,-11 7 0,13-10 0,-11 4 0,1 1 0,1 1 0,0 1 0,0 0 0,0 0 0,2 1 0,-1 1 0,-12 17 0,20-25-114,1 1 1,0-1-1,-1 0 0,0 0 0,0 0 1,-1-1-1,1 1 0,0-1 0,-1 0 1,0 0-1,-5 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8ED400-1E4E-4B30-AAE9-59D7D36CD851}"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95D93D-2455-4299-903C-BD17437880AD}"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95D93D-2455-4299-903C-BD17437880AD}" type="slidenum">
              <a:rPr lang="en-IN" smtClean="0"/>
              <a:t>5</a:t>
            </a:fld>
            <a:endParaRPr lang="en-IN"/>
          </a:p>
        </p:txBody>
      </p:sp>
    </p:spTree>
    <p:extLst>
      <p:ext uri="{BB962C8B-B14F-4D97-AF65-F5344CB8AC3E}">
        <p14:creationId xmlns:p14="http://schemas.microsoft.com/office/powerpoint/2010/main" val="2391717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95D93D-2455-4299-903C-BD17437880AD}" type="slidenum">
              <a:rPr lang="en-IN" smtClean="0"/>
              <a:t>9</a:t>
            </a:fld>
            <a:endParaRPr lang="en-IN"/>
          </a:p>
        </p:txBody>
      </p:sp>
    </p:spTree>
    <p:extLst>
      <p:ext uri="{BB962C8B-B14F-4D97-AF65-F5344CB8AC3E}">
        <p14:creationId xmlns:p14="http://schemas.microsoft.com/office/powerpoint/2010/main" val="1110182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95D93D-2455-4299-903C-BD17437880AD}" type="slidenum">
              <a:rPr lang="en-IN" smtClean="0"/>
              <a:t>19</a:t>
            </a:fld>
            <a:endParaRPr lang="en-IN"/>
          </a:p>
        </p:txBody>
      </p:sp>
    </p:spTree>
    <p:extLst>
      <p:ext uri="{BB962C8B-B14F-4D97-AF65-F5344CB8AC3E}">
        <p14:creationId xmlns:p14="http://schemas.microsoft.com/office/powerpoint/2010/main" val="2911770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95D93D-2455-4299-903C-BD17437880AD}" type="slidenum">
              <a:rPr lang="en-IN" smtClean="0"/>
              <a:t>21</a:t>
            </a:fld>
            <a:endParaRPr lang="en-IN"/>
          </a:p>
        </p:txBody>
      </p:sp>
    </p:spTree>
    <p:extLst>
      <p:ext uri="{BB962C8B-B14F-4D97-AF65-F5344CB8AC3E}">
        <p14:creationId xmlns:p14="http://schemas.microsoft.com/office/powerpoint/2010/main" val="3841431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95D93D-2455-4299-903C-BD17437880AD}" type="slidenum">
              <a:rPr lang="en-IN" smtClean="0"/>
              <a:t>22</a:t>
            </a:fld>
            <a:endParaRPr lang="en-IN"/>
          </a:p>
        </p:txBody>
      </p:sp>
    </p:spTree>
    <p:extLst>
      <p:ext uri="{BB962C8B-B14F-4D97-AF65-F5344CB8AC3E}">
        <p14:creationId xmlns:p14="http://schemas.microsoft.com/office/powerpoint/2010/main" val="3174656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95D93D-2455-4299-903C-BD17437880AD}" type="slidenum">
              <a:rPr lang="en-IN" smtClean="0"/>
              <a:t>24</a:t>
            </a:fld>
            <a:endParaRPr lang="en-IN"/>
          </a:p>
        </p:txBody>
      </p:sp>
    </p:spTree>
    <p:extLst>
      <p:ext uri="{BB962C8B-B14F-4D97-AF65-F5344CB8AC3E}">
        <p14:creationId xmlns:p14="http://schemas.microsoft.com/office/powerpoint/2010/main" val="2816106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27391-1DE6-2D26-D5FB-927DBC73CB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99186F-8B25-BC5E-BDE1-162E2C8947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B6F07F-49CF-99F9-2B61-769BA741D7EC}"/>
              </a:ext>
            </a:extLst>
          </p:cNvPr>
          <p:cNvSpPr>
            <a:spLocks noGrp="1"/>
          </p:cNvSpPr>
          <p:nvPr>
            <p:ph type="dt" sz="half" idx="10"/>
          </p:nvPr>
        </p:nvSpPr>
        <p:spPr/>
        <p:txBody>
          <a:bodyPr/>
          <a:lstStyle/>
          <a:p>
            <a:fld id="{718247AE-2E6C-4939-A89E-7818C3757B9A}" type="datetime1">
              <a:rPr lang="en-IN" smtClean="0"/>
              <a:t>07-04-2026</a:t>
            </a:fld>
            <a:endParaRPr lang="en-IN"/>
          </a:p>
        </p:txBody>
      </p:sp>
      <p:sp>
        <p:nvSpPr>
          <p:cNvPr id="5" name="Footer Placeholder 4">
            <a:extLst>
              <a:ext uri="{FF2B5EF4-FFF2-40B4-BE49-F238E27FC236}">
                <a16:creationId xmlns:a16="http://schemas.microsoft.com/office/drawing/2014/main" id="{75F33BC3-96AA-0BF9-2551-50D1CAD8A21C}"/>
              </a:ext>
            </a:extLst>
          </p:cNvPr>
          <p:cNvSpPr>
            <a:spLocks noGrp="1"/>
          </p:cNvSpPr>
          <p:nvPr>
            <p:ph type="ftr" sz="quarter" idx="11"/>
          </p:nvPr>
        </p:nvSpPr>
        <p:spPr/>
        <p:txBody>
          <a:bodyPr/>
          <a:lstStyle/>
          <a:p>
            <a:r>
              <a:rPr lang="en-US"/>
              <a:t>Department of CSE-AIML , ACET (P3)</a:t>
            </a:r>
            <a:endParaRPr lang="en-IN"/>
          </a:p>
        </p:txBody>
      </p:sp>
      <p:sp>
        <p:nvSpPr>
          <p:cNvPr id="6" name="Slide Number Placeholder 5">
            <a:extLst>
              <a:ext uri="{FF2B5EF4-FFF2-40B4-BE49-F238E27FC236}">
                <a16:creationId xmlns:a16="http://schemas.microsoft.com/office/drawing/2014/main" id="{0D7CC010-2CC0-9DAA-3101-C7444831C3EC}"/>
              </a:ext>
            </a:extLst>
          </p:cNvPr>
          <p:cNvSpPr>
            <a:spLocks noGrp="1"/>
          </p:cNvSpPr>
          <p:nvPr>
            <p:ph type="sldNum" sz="quarter" idx="12"/>
          </p:nvPr>
        </p:nvSpPr>
        <p:spPr/>
        <p:txBody>
          <a:bodyPr/>
          <a:lstStyle/>
          <a:p>
            <a:fld id="{F8C83006-B820-4A0E-83BB-52FDC78CC518}" type="slidenum">
              <a:rPr lang="en-IN" smtClean="0"/>
              <a:t>‹#›</a:t>
            </a:fld>
            <a:endParaRPr lang="en-IN"/>
          </a:p>
        </p:txBody>
      </p:sp>
    </p:spTree>
    <p:extLst>
      <p:ext uri="{BB962C8B-B14F-4D97-AF65-F5344CB8AC3E}">
        <p14:creationId xmlns:p14="http://schemas.microsoft.com/office/powerpoint/2010/main" val="2410934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15F57-CFB2-9882-6016-EE2F3313BF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D5CDFE-1659-C871-8C5C-B7A7DC8B70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0FB920-85D1-00AB-FFDB-792A053E70EB}"/>
              </a:ext>
            </a:extLst>
          </p:cNvPr>
          <p:cNvSpPr>
            <a:spLocks noGrp="1"/>
          </p:cNvSpPr>
          <p:nvPr>
            <p:ph type="dt" sz="half" idx="10"/>
          </p:nvPr>
        </p:nvSpPr>
        <p:spPr/>
        <p:txBody>
          <a:bodyPr/>
          <a:lstStyle/>
          <a:p>
            <a:fld id="{67334BF2-EC4E-4273-82B1-522AD1FC4259}" type="datetime1">
              <a:rPr lang="en-IN" smtClean="0"/>
              <a:t>07-04-2026</a:t>
            </a:fld>
            <a:endParaRPr lang="en-IN"/>
          </a:p>
        </p:txBody>
      </p:sp>
      <p:sp>
        <p:nvSpPr>
          <p:cNvPr id="5" name="Footer Placeholder 4">
            <a:extLst>
              <a:ext uri="{FF2B5EF4-FFF2-40B4-BE49-F238E27FC236}">
                <a16:creationId xmlns:a16="http://schemas.microsoft.com/office/drawing/2014/main" id="{A680B407-E12D-C828-22AE-BEAE939BA051}"/>
              </a:ext>
            </a:extLst>
          </p:cNvPr>
          <p:cNvSpPr>
            <a:spLocks noGrp="1"/>
          </p:cNvSpPr>
          <p:nvPr>
            <p:ph type="ftr" sz="quarter" idx="11"/>
          </p:nvPr>
        </p:nvSpPr>
        <p:spPr/>
        <p:txBody>
          <a:bodyPr/>
          <a:lstStyle/>
          <a:p>
            <a:r>
              <a:rPr lang="en-US"/>
              <a:t>Department of CSE-AIML , ACET (P3)</a:t>
            </a:r>
            <a:endParaRPr lang="en-IN"/>
          </a:p>
        </p:txBody>
      </p:sp>
      <p:sp>
        <p:nvSpPr>
          <p:cNvPr id="6" name="Slide Number Placeholder 5">
            <a:extLst>
              <a:ext uri="{FF2B5EF4-FFF2-40B4-BE49-F238E27FC236}">
                <a16:creationId xmlns:a16="http://schemas.microsoft.com/office/drawing/2014/main" id="{4B237B36-6F8E-C76E-B8B5-A68C73F2E2CD}"/>
              </a:ext>
            </a:extLst>
          </p:cNvPr>
          <p:cNvSpPr>
            <a:spLocks noGrp="1"/>
          </p:cNvSpPr>
          <p:nvPr>
            <p:ph type="sldNum" sz="quarter" idx="12"/>
          </p:nvPr>
        </p:nvSpPr>
        <p:spPr/>
        <p:txBody>
          <a:bodyPr/>
          <a:lstStyle/>
          <a:p>
            <a:fld id="{F8C83006-B820-4A0E-83BB-52FDC78CC518}" type="slidenum">
              <a:rPr lang="en-IN" smtClean="0"/>
              <a:t>‹#›</a:t>
            </a:fld>
            <a:endParaRPr lang="en-IN"/>
          </a:p>
        </p:txBody>
      </p:sp>
    </p:spTree>
    <p:extLst>
      <p:ext uri="{BB962C8B-B14F-4D97-AF65-F5344CB8AC3E}">
        <p14:creationId xmlns:p14="http://schemas.microsoft.com/office/powerpoint/2010/main" val="703716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5489F-0D26-45F0-31E1-8C4FA30D24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032C578-8BD2-2809-7F69-D656107381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C63AAF-1333-C9FD-7192-6E2768569F0A}"/>
              </a:ext>
            </a:extLst>
          </p:cNvPr>
          <p:cNvSpPr>
            <a:spLocks noGrp="1"/>
          </p:cNvSpPr>
          <p:nvPr>
            <p:ph type="dt" sz="half" idx="10"/>
          </p:nvPr>
        </p:nvSpPr>
        <p:spPr/>
        <p:txBody>
          <a:bodyPr/>
          <a:lstStyle/>
          <a:p>
            <a:fld id="{3AAC71F0-2B33-4CEA-885E-000692F25FB9}" type="datetime1">
              <a:rPr lang="en-IN" smtClean="0"/>
              <a:t>07-04-2026</a:t>
            </a:fld>
            <a:endParaRPr lang="en-IN"/>
          </a:p>
        </p:txBody>
      </p:sp>
      <p:sp>
        <p:nvSpPr>
          <p:cNvPr id="5" name="Footer Placeholder 4">
            <a:extLst>
              <a:ext uri="{FF2B5EF4-FFF2-40B4-BE49-F238E27FC236}">
                <a16:creationId xmlns:a16="http://schemas.microsoft.com/office/drawing/2014/main" id="{392C4517-6503-533B-1E4E-167AFDEEEA6F}"/>
              </a:ext>
            </a:extLst>
          </p:cNvPr>
          <p:cNvSpPr>
            <a:spLocks noGrp="1"/>
          </p:cNvSpPr>
          <p:nvPr>
            <p:ph type="ftr" sz="quarter" idx="11"/>
          </p:nvPr>
        </p:nvSpPr>
        <p:spPr/>
        <p:txBody>
          <a:bodyPr/>
          <a:lstStyle/>
          <a:p>
            <a:r>
              <a:rPr lang="en-US"/>
              <a:t>Department of CSE-AIML , ACET (P3)</a:t>
            </a:r>
            <a:endParaRPr lang="en-IN"/>
          </a:p>
        </p:txBody>
      </p:sp>
      <p:sp>
        <p:nvSpPr>
          <p:cNvPr id="6" name="Slide Number Placeholder 5">
            <a:extLst>
              <a:ext uri="{FF2B5EF4-FFF2-40B4-BE49-F238E27FC236}">
                <a16:creationId xmlns:a16="http://schemas.microsoft.com/office/drawing/2014/main" id="{6966C52E-7F46-1C4D-5900-DDC3F23A1CAB}"/>
              </a:ext>
            </a:extLst>
          </p:cNvPr>
          <p:cNvSpPr>
            <a:spLocks noGrp="1"/>
          </p:cNvSpPr>
          <p:nvPr>
            <p:ph type="sldNum" sz="quarter" idx="12"/>
          </p:nvPr>
        </p:nvSpPr>
        <p:spPr/>
        <p:txBody>
          <a:bodyPr/>
          <a:lstStyle/>
          <a:p>
            <a:fld id="{F8C83006-B820-4A0E-83BB-52FDC78CC518}" type="slidenum">
              <a:rPr lang="en-IN" smtClean="0"/>
              <a:t>‹#›</a:t>
            </a:fld>
            <a:endParaRPr lang="en-IN"/>
          </a:p>
        </p:txBody>
      </p:sp>
    </p:spTree>
    <p:extLst>
      <p:ext uri="{BB962C8B-B14F-4D97-AF65-F5344CB8AC3E}">
        <p14:creationId xmlns:p14="http://schemas.microsoft.com/office/powerpoint/2010/main" val="2266276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D47E-DA78-BEFA-0405-0EEE223250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326583-57C9-79E2-5CE2-B7923D1D1A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CA587F-DF03-C681-1CCA-05BA85BD5B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21AF1C9-8713-1632-8E9A-AC9BDDF4EC75}"/>
              </a:ext>
            </a:extLst>
          </p:cNvPr>
          <p:cNvSpPr>
            <a:spLocks noGrp="1"/>
          </p:cNvSpPr>
          <p:nvPr>
            <p:ph type="dt" sz="half" idx="10"/>
          </p:nvPr>
        </p:nvSpPr>
        <p:spPr/>
        <p:txBody>
          <a:bodyPr/>
          <a:lstStyle/>
          <a:p>
            <a:fld id="{C50C6BA9-BA45-4AC8-A492-383C5F3439C5}" type="datetime1">
              <a:rPr lang="en-IN" smtClean="0"/>
              <a:t>07-04-2026</a:t>
            </a:fld>
            <a:endParaRPr lang="en-IN"/>
          </a:p>
        </p:txBody>
      </p:sp>
      <p:sp>
        <p:nvSpPr>
          <p:cNvPr id="6" name="Footer Placeholder 5">
            <a:extLst>
              <a:ext uri="{FF2B5EF4-FFF2-40B4-BE49-F238E27FC236}">
                <a16:creationId xmlns:a16="http://schemas.microsoft.com/office/drawing/2014/main" id="{62C43D24-CD37-AC73-0AD9-171C11C1796C}"/>
              </a:ext>
            </a:extLst>
          </p:cNvPr>
          <p:cNvSpPr>
            <a:spLocks noGrp="1"/>
          </p:cNvSpPr>
          <p:nvPr>
            <p:ph type="ftr" sz="quarter" idx="11"/>
          </p:nvPr>
        </p:nvSpPr>
        <p:spPr/>
        <p:txBody>
          <a:bodyPr/>
          <a:lstStyle/>
          <a:p>
            <a:r>
              <a:rPr lang="en-US"/>
              <a:t>Department of CSE-AIML , ACET (P3)</a:t>
            </a:r>
            <a:endParaRPr lang="en-IN"/>
          </a:p>
        </p:txBody>
      </p:sp>
      <p:sp>
        <p:nvSpPr>
          <p:cNvPr id="7" name="Slide Number Placeholder 6">
            <a:extLst>
              <a:ext uri="{FF2B5EF4-FFF2-40B4-BE49-F238E27FC236}">
                <a16:creationId xmlns:a16="http://schemas.microsoft.com/office/drawing/2014/main" id="{336F324E-98D8-C360-2EE6-2A7B7BB79E30}"/>
              </a:ext>
            </a:extLst>
          </p:cNvPr>
          <p:cNvSpPr>
            <a:spLocks noGrp="1"/>
          </p:cNvSpPr>
          <p:nvPr>
            <p:ph type="sldNum" sz="quarter" idx="12"/>
          </p:nvPr>
        </p:nvSpPr>
        <p:spPr/>
        <p:txBody>
          <a:bodyPr/>
          <a:lstStyle/>
          <a:p>
            <a:fld id="{F8C83006-B820-4A0E-83BB-52FDC78CC518}" type="slidenum">
              <a:rPr lang="en-IN" smtClean="0"/>
              <a:t>‹#›</a:t>
            </a:fld>
            <a:endParaRPr lang="en-IN"/>
          </a:p>
        </p:txBody>
      </p:sp>
    </p:spTree>
    <p:extLst>
      <p:ext uri="{BB962C8B-B14F-4D97-AF65-F5344CB8AC3E}">
        <p14:creationId xmlns:p14="http://schemas.microsoft.com/office/powerpoint/2010/main" val="1403689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C6274-9C80-93E4-BEC0-1BE57A8AC11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1CB0D4-122F-557A-06A2-683A360F7F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7C7479-EB91-3E60-779F-1AD7735EBF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D55895-700E-6644-6CBA-FE9A0B871B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91011D-2C31-21CB-F804-B4B85E218C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8728B55-2C67-43B4-BFEE-DA507B3E4049}"/>
              </a:ext>
            </a:extLst>
          </p:cNvPr>
          <p:cNvSpPr>
            <a:spLocks noGrp="1"/>
          </p:cNvSpPr>
          <p:nvPr>
            <p:ph type="dt" sz="half" idx="10"/>
          </p:nvPr>
        </p:nvSpPr>
        <p:spPr/>
        <p:txBody>
          <a:bodyPr/>
          <a:lstStyle/>
          <a:p>
            <a:fld id="{2DB4A10B-B786-4F8E-8998-9E662CEC22F0}" type="datetime1">
              <a:rPr lang="en-IN" smtClean="0"/>
              <a:t>07-04-2026</a:t>
            </a:fld>
            <a:endParaRPr lang="en-IN"/>
          </a:p>
        </p:txBody>
      </p:sp>
      <p:sp>
        <p:nvSpPr>
          <p:cNvPr id="8" name="Footer Placeholder 7">
            <a:extLst>
              <a:ext uri="{FF2B5EF4-FFF2-40B4-BE49-F238E27FC236}">
                <a16:creationId xmlns:a16="http://schemas.microsoft.com/office/drawing/2014/main" id="{EDE881DA-E497-EF9E-A1FB-AB0FE840E53C}"/>
              </a:ext>
            </a:extLst>
          </p:cNvPr>
          <p:cNvSpPr>
            <a:spLocks noGrp="1"/>
          </p:cNvSpPr>
          <p:nvPr>
            <p:ph type="ftr" sz="quarter" idx="11"/>
          </p:nvPr>
        </p:nvSpPr>
        <p:spPr/>
        <p:txBody>
          <a:bodyPr/>
          <a:lstStyle/>
          <a:p>
            <a:r>
              <a:rPr lang="en-US"/>
              <a:t>Department of CSE-AIML , ACET (P3)</a:t>
            </a:r>
            <a:endParaRPr lang="en-IN"/>
          </a:p>
        </p:txBody>
      </p:sp>
      <p:sp>
        <p:nvSpPr>
          <p:cNvPr id="9" name="Slide Number Placeholder 8">
            <a:extLst>
              <a:ext uri="{FF2B5EF4-FFF2-40B4-BE49-F238E27FC236}">
                <a16:creationId xmlns:a16="http://schemas.microsoft.com/office/drawing/2014/main" id="{6158A58A-2A04-15B9-9F3F-4934FA5CA216}"/>
              </a:ext>
            </a:extLst>
          </p:cNvPr>
          <p:cNvSpPr>
            <a:spLocks noGrp="1"/>
          </p:cNvSpPr>
          <p:nvPr>
            <p:ph type="sldNum" sz="quarter" idx="12"/>
          </p:nvPr>
        </p:nvSpPr>
        <p:spPr/>
        <p:txBody>
          <a:bodyPr/>
          <a:lstStyle/>
          <a:p>
            <a:fld id="{F8C83006-B820-4A0E-83BB-52FDC78CC518}" type="slidenum">
              <a:rPr lang="en-IN" smtClean="0"/>
              <a:t>‹#›</a:t>
            </a:fld>
            <a:endParaRPr lang="en-IN"/>
          </a:p>
        </p:txBody>
      </p:sp>
    </p:spTree>
    <p:extLst>
      <p:ext uri="{BB962C8B-B14F-4D97-AF65-F5344CB8AC3E}">
        <p14:creationId xmlns:p14="http://schemas.microsoft.com/office/powerpoint/2010/main" val="3031917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89BED-0C4D-CFBC-0249-4C12E30FA84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8CF4AF7-A69D-5741-D01D-6DC9572A2BDD}"/>
              </a:ext>
            </a:extLst>
          </p:cNvPr>
          <p:cNvSpPr>
            <a:spLocks noGrp="1"/>
          </p:cNvSpPr>
          <p:nvPr>
            <p:ph type="dt" sz="half" idx="10"/>
          </p:nvPr>
        </p:nvSpPr>
        <p:spPr/>
        <p:txBody>
          <a:bodyPr/>
          <a:lstStyle/>
          <a:p>
            <a:fld id="{945B99A5-0009-49AC-B81F-841606811E12}" type="datetime1">
              <a:rPr lang="en-IN" smtClean="0"/>
              <a:t>07-04-2026</a:t>
            </a:fld>
            <a:endParaRPr lang="en-IN"/>
          </a:p>
        </p:txBody>
      </p:sp>
      <p:sp>
        <p:nvSpPr>
          <p:cNvPr id="4" name="Footer Placeholder 3">
            <a:extLst>
              <a:ext uri="{FF2B5EF4-FFF2-40B4-BE49-F238E27FC236}">
                <a16:creationId xmlns:a16="http://schemas.microsoft.com/office/drawing/2014/main" id="{EC075BD6-55A0-F3C1-42E3-4048C1F3BC0E}"/>
              </a:ext>
            </a:extLst>
          </p:cNvPr>
          <p:cNvSpPr>
            <a:spLocks noGrp="1"/>
          </p:cNvSpPr>
          <p:nvPr>
            <p:ph type="ftr" sz="quarter" idx="11"/>
          </p:nvPr>
        </p:nvSpPr>
        <p:spPr/>
        <p:txBody>
          <a:bodyPr/>
          <a:lstStyle/>
          <a:p>
            <a:r>
              <a:rPr lang="en-US"/>
              <a:t>Department of CSE-AIML , ACET (P3)</a:t>
            </a:r>
            <a:endParaRPr lang="en-IN"/>
          </a:p>
        </p:txBody>
      </p:sp>
      <p:sp>
        <p:nvSpPr>
          <p:cNvPr id="5" name="Slide Number Placeholder 4">
            <a:extLst>
              <a:ext uri="{FF2B5EF4-FFF2-40B4-BE49-F238E27FC236}">
                <a16:creationId xmlns:a16="http://schemas.microsoft.com/office/drawing/2014/main" id="{69BC718D-06E6-0738-AB98-8DC0B4675804}"/>
              </a:ext>
            </a:extLst>
          </p:cNvPr>
          <p:cNvSpPr>
            <a:spLocks noGrp="1"/>
          </p:cNvSpPr>
          <p:nvPr>
            <p:ph type="sldNum" sz="quarter" idx="12"/>
          </p:nvPr>
        </p:nvSpPr>
        <p:spPr/>
        <p:txBody>
          <a:bodyPr/>
          <a:lstStyle/>
          <a:p>
            <a:fld id="{F8C83006-B820-4A0E-83BB-52FDC78CC518}" type="slidenum">
              <a:rPr lang="en-IN" smtClean="0"/>
              <a:t>‹#›</a:t>
            </a:fld>
            <a:endParaRPr lang="en-IN"/>
          </a:p>
        </p:txBody>
      </p:sp>
    </p:spTree>
    <p:extLst>
      <p:ext uri="{BB962C8B-B14F-4D97-AF65-F5344CB8AC3E}">
        <p14:creationId xmlns:p14="http://schemas.microsoft.com/office/powerpoint/2010/main" val="1626906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774DF9-2906-82B3-3B31-7D1014D7DE80}"/>
              </a:ext>
            </a:extLst>
          </p:cNvPr>
          <p:cNvSpPr>
            <a:spLocks noGrp="1"/>
          </p:cNvSpPr>
          <p:nvPr>
            <p:ph type="dt" sz="half" idx="10"/>
          </p:nvPr>
        </p:nvSpPr>
        <p:spPr/>
        <p:txBody>
          <a:bodyPr/>
          <a:lstStyle/>
          <a:p>
            <a:fld id="{5E4AD68F-FBE1-477F-B374-3CC3C78C64B1}" type="datetime1">
              <a:rPr lang="en-IN" smtClean="0"/>
              <a:t>07-04-2026</a:t>
            </a:fld>
            <a:endParaRPr lang="en-IN"/>
          </a:p>
        </p:txBody>
      </p:sp>
      <p:sp>
        <p:nvSpPr>
          <p:cNvPr id="3" name="Footer Placeholder 2">
            <a:extLst>
              <a:ext uri="{FF2B5EF4-FFF2-40B4-BE49-F238E27FC236}">
                <a16:creationId xmlns:a16="http://schemas.microsoft.com/office/drawing/2014/main" id="{77861A94-19B3-3764-DDAB-AFDBA351F65A}"/>
              </a:ext>
            </a:extLst>
          </p:cNvPr>
          <p:cNvSpPr>
            <a:spLocks noGrp="1"/>
          </p:cNvSpPr>
          <p:nvPr>
            <p:ph type="ftr" sz="quarter" idx="11"/>
          </p:nvPr>
        </p:nvSpPr>
        <p:spPr/>
        <p:txBody>
          <a:bodyPr/>
          <a:lstStyle/>
          <a:p>
            <a:r>
              <a:rPr lang="en-US"/>
              <a:t>Department of CSE-AIML , ACET (P3)</a:t>
            </a:r>
            <a:endParaRPr lang="en-IN"/>
          </a:p>
        </p:txBody>
      </p:sp>
      <p:sp>
        <p:nvSpPr>
          <p:cNvPr id="4" name="Slide Number Placeholder 3">
            <a:extLst>
              <a:ext uri="{FF2B5EF4-FFF2-40B4-BE49-F238E27FC236}">
                <a16:creationId xmlns:a16="http://schemas.microsoft.com/office/drawing/2014/main" id="{B1C81B4E-7189-A37F-0DF8-5804364F5FF6}"/>
              </a:ext>
            </a:extLst>
          </p:cNvPr>
          <p:cNvSpPr>
            <a:spLocks noGrp="1"/>
          </p:cNvSpPr>
          <p:nvPr>
            <p:ph type="sldNum" sz="quarter" idx="12"/>
          </p:nvPr>
        </p:nvSpPr>
        <p:spPr/>
        <p:txBody>
          <a:bodyPr/>
          <a:lstStyle/>
          <a:p>
            <a:fld id="{F8C83006-B820-4A0E-83BB-52FDC78CC518}" type="slidenum">
              <a:rPr lang="en-IN" smtClean="0"/>
              <a:t>‹#›</a:t>
            </a:fld>
            <a:endParaRPr lang="en-IN"/>
          </a:p>
        </p:txBody>
      </p:sp>
    </p:spTree>
    <p:extLst>
      <p:ext uri="{BB962C8B-B14F-4D97-AF65-F5344CB8AC3E}">
        <p14:creationId xmlns:p14="http://schemas.microsoft.com/office/powerpoint/2010/main" val="3977785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0EF9-E43D-F514-8971-8883731081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E9C997-321C-E06E-12DC-4ADFCDBEAE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200C34-96BD-A1AC-A54B-C378DCFAAD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F95C84-4242-28A7-F8F4-FC3906D19FA6}"/>
              </a:ext>
            </a:extLst>
          </p:cNvPr>
          <p:cNvSpPr>
            <a:spLocks noGrp="1"/>
          </p:cNvSpPr>
          <p:nvPr>
            <p:ph type="dt" sz="half" idx="10"/>
          </p:nvPr>
        </p:nvSpPr>
        <p:spPr/>
        <p:txBody>
          <a:bodyPr/>
          <a:lstStyle/>
          <a:p>
            <a:fld id="{87EB3EFA-B087-46A9-B261-7FACE7A09FF0}" type="datetime1">
              <a:rPr lang="en-IN" smtClean="0"/>
              <a:t>07-04-2026</a:t>
            </a:fld>
            <a:endParaRPr lang="en-IN"/>
          </a:p>
        </p:txBody>
      </p:sp>
      <p:sp>
        <p:nvSpPr>
          <p:cNvPr id="6" name="Footer Placeholder 5">
            <a:extLst>
              <a:ext uri="{FF2B5EF4-FFF2-40B4-BE49-F238E27FC236}">
                <a16:creationId xmlns:a16="http://schemas.microsoft.com/office/drawing/2014/main" id="{D62BCA61-1548-DCEF-5D49-EDA878093B0E}"/>
              </a:ext>
            </a:extLst>
          </p:cNvPr>
          <p:cNvSpPr>
            <a:spLocks noGrp="1"/>
          </p:cNvSpPr>
          <p:nvPr>
            <p:ph type="ftr" sz="quarter" idx="11"/>
          </p:nvPr>
        </p:nvSpPr>
        <p:spPr/>
        <p:txBody>
          <a:bodyPr/>
          <a:lstStyle/>
          <a:p>
            <a:r>
              <a:rPr lang="en-US"/>
              <a:t>Department of CSE-AIML , ACET (P3)</a:t>
            </a:r>
            <a:endParaRPr lang="en-IN"/>
          </a:p>
        </p:txBody>
      </p:sp>
      <p:sp>
        <p:nvSpPr>
          <p:cNvPr id="7" name="Slide Number Placeholder 6">
            <a:extLst>
              <a:ext uri="{FF2B5EF4-FFF2-40B4-BE49-F238E27FC236}">
                <a16:creationId xmlns:a16="http://schemas.microsoft.com/office/drawing/2014/main" id="{4681DD8F-A6BB-C127-2DEB-CFBFC98088EF}"/>
              </a:ext>
            </a:extLst>
          </p:cNvPr>
          <p:cNvSpPr>
            <a:spLocks noGrp="1"/>
          </p:cNvSpPr>
          <p:nvPr>
            <p:ph type="sldNum" sz="quarter" idx="12"/>
          </p:nvPr>
        </p:nvSpPr>
        <p:spPr/>
        <p:txBody>
          <a:bodyPr/>
          <a:lstStyle/>
          <a:p>
            <a:fld id="{F8C83006-B820-4A0E-83BB-52FDC78CC518}" type="slidenum">
              <a:rPr lang="en-IN" smtClean="0"/>
              <a:t>‹#›</a:t>
            </a:fld>
            <a:endParaRPr lang="en-IN"/>
          </a:p>
        </p:txBody>
      </p:sp>
    </p:spTree>
    <p:extLst>
      <p:ext uri="{BB962C8B-B14F-4D97-AF65-F5344CB8AC3E}">
        <p14:creationId xmlns:p14="http://schemas.microsoft.com/office/powerpoint/2010/main" val="3809388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9416-C7F6-9EEC-747D-BC6CF4119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C1E6BB-D001-B154-1E4E-3113FC0492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3824C9-5D1E-3BBE-EFF5-5D11B63E04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D5BC07-8816-CCE4-E9B1-0F5506F58CE7}"/>
              </a:ext>
            </a:extLst>
          </p:cNvPr>
          <p:cNvSpPr>
            <a:spLocks noGrp="1"/>
          </p:cNvSpPr>
          <p:nvPr>
            <p:ph type="dt" sz="half" idx="10"/>
          </p:nvPr>
        </p:nvSpPr>
        <p:spPr/>
        <p:txBody>
          <a:bodyPr/>
          <a:lstStyle/>
          <a:p>
            <a:fld id="{598076A1-3095-4C9A-9265-F14BAE35BDA6}" type="datetime1">
              <a:rPr lang="en-IN" smtClean="0"/>
              <a:t>07-04-2026</a:t>
            </a:fld>
            <a:endParaRPr lang="en-IN"/>
          </a:p>
        </p:txBody>
      </p:sp>
      <p:sp>
        <p:nvSpPr>
          <p:cNvPr id="6" name="Footer Placeholder 5">
            <a:extLst>
              <a:ext uri="{FF2B5EF4-FFF2-40B4-BE49-F238E27FC236}">
                <a16:creationId xmlns:a16="http://schemas.microsoft.com/office/drawing/2014/main" id="{CCEC004E-7699-241A-0E97-A40BCB7FB060}"/>
              </a:ext>
            </a:extLst>
          </p:cNvPr>
          <p:cNvSpPr>
            <a:spLocks noGrp="1"/>
          </p:cNvSpPr>
          <p:nvPr>
            <p:ph type="ftr" sz="quarter" idx="11"/>
          </p:nvPr>
        </p:nvSpPr>
        <p:spPr/>
        <p:txBody>
          <a:bodyPr/>
          <a:lstStyle/>
          <a:p>
            <a:r>
              <a:rPr lang="en-US"/>
              <a:t>Department of CSE-AIML , ACET (P3)</a:t>
            </a:r>
            <a:endParaRPr lang="en-IN"/>
          </a:p>
        </p:txBody>
      </p:sp>
      <p:sp>
        <p:nvSpPr>
          <p:cNvPr id="7" name="Slide Number Placeholder 6">
            <a:extLst>
              <a:ext uri="{FF2B5EF4-FFF2-40B4-BE49-F238E27FC236}">
                <a16:creationId xmlns:a16="http://schemas.microsoft.com/office/drawing/2014/main" id="{E0B5116C-6B8D-C0D8-3404-DE579C9A6730}"/>
              </a:ext>
            </a:extLst>
          </p:cNvPr>
          <p:cNvSpPr>
            <a:spLocks noGrp="1"/>
          </p:cNvSpPr>
          <p:nvPr>
            <p:ph type="sldNum" sz="quarter" idx="12"/>
          </p:nvPr>
        </p:nvSpPr>
        <p:spPr/>
        <p:txBody>
          <a:bodyPr/>
          <a:lstStyle/>
          <a:p>
            <a:fld id="{F8C83006-B820-4A0E-83BB-52FDC78CC518}" type="slidenum">
              <a:rPr lang="en-IN" smtClean="0"/>
              <a:t>‹#›</a:t>
            </a:fld>
            <a:endParaRPr lang="en-IN"/>
          </a:p>
        </p:txBody>
      </p:sp>
    </p:spTree>
    <p:extLst>
      <p:ext uri="{BB962C8B-B14F-4D97-AF65-F5344CB8AC3E}">
        <p14:creationId xmlns:p14="http://schemas.microsoft.com/office/powerpoint/2010/main" val="3908102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34A7B-F2F7-0249-DDAA-FA9B3094BC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DFB87A-49C8-7B38-9A4B-E4CD80BD4A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0ECB6B-E7B7-55CC-D4E6-959E658BEC48}"/>
              </a:ext>
            </a:extLst>
          </p:cNvPr>
          <p:cNvSpPr>
            <a:spLocks noGrp="1"/>
          </p:cNvSpPr>
          <p:nvPr>
            <p:ph type="dt" sz="half" idx="10"/>
          </p:nvPr>
        </p:nvSpPr>
        <p:spPr/>
        <p:txBody>
          <a:bodyPr/>
          <a:lstStyle/>
          <a:p>
            <a:fld id="{4E45DD76-6EE9-4D08-A613-3372A03725E1}" type="datetime1">
              <a:rPr lang="en-IN" smtClean="0"/>
              <a:t>07-04-2026</a:t>
            </a:fld>
            <a:endParaRPr lang="en-IN"/>
          </a:p>
        </p:txBody>
      </p:sp>
      <p:sp>
        <p:nvSpPr>
          <p:cNvPr id="5" name="Footer Placeholder 4">
            <a:extLst>
              <a:ext uri="{FF2B5EF4-FFF2-40B4-BE49-F238E27FC236}">
                <a16:creationId xmlns:a16="http://schemas.microsoft.com/office/drawing/2014/main" id="{6F797E3E-E13D-684D-E81B-A0A677466459}"/>
              </a:ext>
            </a:extLst>
          </p:cNvPr>
          <p:cNvSpPr>
            <a:spLocks noGrp="1"/>
          </p:cNvSpPr>
          <p:nvPr>
            <p:ph type="ftr" sz="quarter" idx="11"/>
          </p:nvPr>
        </p:nvSpPr>
        <p:spPr/>
        <p:txBody>
          <a:bodyPr/>
          <a:lstStyle/>
          <a:p>
            <a:r>
              <a:rPr lang="en-US"/>
              <a:t>Department of CSE-AIML , ACET (P3)</a:t>
            </a:r>
            <a:endParaRPr lang="en-IN"/>
          </a:p>
        </p:txBody>
      </p:sp>
      <p:sp>
        <p:nvSpPr>
          <p:cNvPr id="6" name="Slide Number Placeholder 5">
            <a:extLst>
              <a:ext uri="{FF2B5EF4-FFF2-40B4-BE49-F238E27FC236}">
                <a16:creationId xmlns:a16="http://schemas.microsoft.com/office/drawing/2014/main" id="{16210274-831F-C7DA-0196-163E1F9A61BA}"/>
              </a:ext>
            </a:extLst>
          </p:cNvPr>
          <p:cNvSpPr>
            <a:spLocks noGrp="1"/>
          </p:cNvSpPr>
          <p:nvPr>
            <p:ph type="sldNum" sz="quarter" idx="12"/>
          </p:nvPr>
        </p:nvSpPr>
        <p:spPr/>
        <p:txBody>
          <a:bodyPr/>
          <a:lstStyle/>
          <a:p>
            <a:fld id="{F8C83006-B820-4A0E-83BB-52FDC78CC518}" type="slidenum">
              <a:rPr lang="en-IN" smtClean="0"/>
              <a:t>‹#›</a:t>
            </a:fld>
            <a:endParaRPr lang="en-IN"/>
          </a:p>
        </p:txBody>
      </p:sp>
    </p:spTree>
    <p:extLst>
      <p:ext uri="{BB962C8B-B14F-4D97-AF65-F5344CB8AC3E}">
        <p14:creationId xmlns:p14="http://schemas.microsoft.com/office/powerpoint/2010/main" val="142829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1E2DC9-838E-B493-0314-9998057630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60C181-AE19-8364-4088-07E957CFEB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727380-79BE-BFE8-9791-ADD71751F2CA}"/>
              </a:ext>
            </a:extLst>
          </p:cNvPr>
          <p:cNvSpPr>
            <a:spLocks noGrp="1"/>
          </p:cNvSpPr>
          <p:nvPr>
            <p:ph type="dt" sz="half" idx="10"/>
          </p:nvPr>
        </p:nvSpPr>
        <p:spPr/>
        <p:txBody>
          <a:bodyPr/>
          <a:lstStyle/>
          <a:p>
            <a:fld id="{044926E6-7216-4377-8182-E76C63BFA5C0}" type="datetime1">
              <a:rPr lang="en-IN" smtClean="0"/>
              <a:t>07-04-2026</a:t>
            </a:fld>
            <a:endParaRPr lang="en-IN"/>
          </a:p>
        </p:txBody>
      </p:sp>
      <p:sp>
        <p:nvSpPr>
          <p:cNvPr id="5" name="Footer Placeholder 4">
            <a:extLst>
              <a:ext uri="{FF2B5EF4-FFF2-40B4-BE49-F238E27FC236}">
                <a16:creationId xmlns:a16="http://schemas.microsoft.com/office/drawing/2014/main" id="{03E0D26B-4F47-7A7D-EDC7-1C99F051F937}"/>
              </a:ext>
            </a:extLst>
          </p:cNvPr>
          <p:cNvSpPr>
            <a:spLocks noGrp="1"/>
          </p:cNvSpPr>
          <p:nvPr>
            <p:ph type="ftr" sz="quarter" idx="11"/>
          </p:nvPr>
        </p:nvSpPr>
        <p:spPr/>
        <p:txBody>
          <a:bodyPr/>
          <a:lstStyle/>
          <a:p>
            <a:r>
              <a:rPr lang="en-US"/>
              <a:t>Department of CSE-AIML , ACET (P3)</a:t>
            </a:r>
            <a:endParaRPr lang="en-IN"/>
          </a:p>
        </p:txBody>
      </p:sp>
      <p:sp>
        <p:nvSpPr>
          <p:cNvPr id="6" name="Slide Number Placeholder 5">
            <a:extLst>
              <a:ext uri="{FF2B5EF4-FFF2-40B4-BE49-F238E27FC236}">
                <a16:creationId xmlns:a16="http://schemas.microsoft.com/office/drawing/2014/main" id="{A815E2DC-C0C5-75D2-B18D-5F9B7A26A56F}"/>
              </a:ext>
            </a:extLst>
          </p:cNvPr>
          <p:cNvSpPr>
            <a:spLocks noGrp="1"/>
          </p:cNvSpPr>
          <p:nvPr>
            <p:ph type="sldNum" sz="quarter" idx="12"/>
          </p:nvPr>
        </p:nvSpPr>
        <p:spPr/>
        <p:txBody>
          <a:bodyPr/>
          <a:lstStyle/>
          <a:p>
            <a:fld id="{F8C83006-B820-4A0E-83BB-52FDC78CC518}" type="slidenum">
              <a:rPr lang="en-IN" smtClean="0"/>
              <a:t>‹#›</a:t>
            </a:fld>
            <a:endParaRPr lang="en-IN"/>
          </a:p>
        </p:txBody>
      </p:sp>
    </p:spTree>
    <p:extLst>
      <p:ext uri="{BB962C8B-B14F-4D97-AF65-F5344CB8AC3E}">
        <p14:creationId xmlns:p14="http://schemas.microsoft.com/office/powerpoint/2010/main" val="2351033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9356D1-8DDF-FF18-CD31-D92B9878B5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527A0E-B3FE-4810-4B46-142267976C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AA247D-E6D2-C529-4A73-9F38FBD11E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5CC8A4-8AB5-4AEE-964C-1E7254085657}" type="datetime1">
              <a:rPr lang="en-IN" smtClean="0"/>
              <a:t>07-04-2026</a:t>
            </a:fld>
            <a:endParaRPr lang="en-IN"/>
          </a:p>
        </p:txBody>
      </p:sp>
      <p:sp>
        <p:nvSpPr>
          <p:cNvPr id="5" name="Footer Placeholder 4">
            <a:extLst>
              <a:ext uri="{FF2B5EF4-FFF2-40B4-BE49-F238E27FC236}">
                <a16:creationId xmlns:a16="http://schemas.microsoft.com/office/drawing/2014/main" id="{939AB3B4-080F-26CC-3380-D3C3B9B733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CSE-AIML , ACET (P3)</a:t>
            </a:r>
            <a:endParaRPr lang="en-IN"/>
          </a:p>
        </p:txBody>
      </p:sp>
      <p:sp>
        <p:nvSpPr>
          <p:cNvPr id="6" name="Slide Number Placeholder 5">
            <a:extLst>
              <a:ext uri="{FF2B5EF4-FFF2-40B4-BE49-F238E27FC236}">
                <a16:creationId xmlns:a16="http://schemas.microsoft.com/office/drawing/2014/main" id="{5C834B9D-E2EA-584D-954D-BE08C7E39B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C83006-B820-4A0E-83BB-52FDC78CC518}" type="slidenum">
              <a:rPr lang="en-IN" smtClean="0"/>
              <a:t>‹#›</a:t>
            </a:fld>
            <a:endParaRPr lang="en-IN"/>
          </a:p>
        </p:txBody>
      </p:sp>
    </p:spTree>
    <p:extLst>
      <p:ext uri="{BB962C8B-B14F-4D97-AF65-F5344CB8AC3E}">
        <p14:creationId xmlns:p14="http://schemas.microsoft.com/office/powerpoint/2010/main" val="890964757"/>
      </p:ext>
    </p:extLst>
  </p:cSld>
  <p:clrMap bg1="lt1" tx1="dk1" bg2="lt2" tx2="dk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customXml" Target="../ink/ink8.xml"/><Relationship Id="rId26" Type="http://schemas.openxmlformats.org/officeDocument/2006/relationships/customXml" Target="../ink/ink13.xml"/><Relationship Id="rId3" Type="http://schemas.openxmlformats.org/officeDocument/2006/relationships/customXml" Target="../ink/ink1.xml"/><Relationship Id="rId21" Type="http://schemas.openxmlformats.org/officeDocument/2006/relationships/image" Target="../media/image17.png"/><Relationship Id="rId34" Type="http://schemas.openxmlformats.org/officeDocument/2006/relationships/customXml" Target="../ink/ink17.xml"/><Relationship Id="rId7" Type="http://schemas.openxmlformats.org/officeDocument/2006/relationships/customXml" Target="../ink/ink3.xml"/><Relationship Id="rId12" Type="http://schemas.openxmlformats.org/officeDocument/2006/relationships/image" Target="../media/image12.png"/><Relationship Id="rId17" Type="http://schemas.openxmlformats.org/officeDocument/2006/relationships/image" Target="../media/image15.png"/><Relationship Id="rId25" Type="http://schemas.openxmlformats.org/officeDocument/2006/relationships/image" Target="../media/image5.png"/><Relationship Id="rId33" Type="http://schemas.openxmlformats.org/officeDocument/2006/relationships/image" Target="../media/image14.png"/><Relationship Id="rId38" Type="http://schemas.openxmlformats.org/officeDocument/2006/relationships/image" Target="../media/image19.png"/><Relationship Id="rId2" Type="http://schemas.openxmlformats.org/officeDocument/2006/relationships/notesSlide" Target="../notesSlides/notesSlide5.xml"/><Relationship Id="rId20" Type="http://schemas.openxmlformats.org/officeDocument/2006/relationships/customXml" Target="../ink/ink9.xml"/><Relationship Id="rId29"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customXml" Target="../ink/ink2.xml"/><Relationship Id="rId11" Type="http://schemas.openxmlformats.org/officeDocument/2006/relationships/customXml" Target="../ink/ink5.xml"/><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18.png"/><Relationship Id="rId5" Type="http://schemas.openxmlformats.org/officeDocument/2006/relationships/image" Target="../media/image8.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customXml" Target="../ink/ink14.xml"/><Relationship Id="rId36" Type="http://schemas.openxmlformats.org/officeDocument/2006/relationships/customXml" Target="../ink/ink18.xml"/><Relationship Id="rId10" Type="http://schemas.openxmlformats.org/officeDocument/2006/relationships/image" Target="../media/image11.png"/><Relationship Id="rId19" Type="http://schemas.openxmlformats.org/officeDocument/2006/relationships/image" Target="../media/image4.png"/><Relationship Id="rId31" Type="http://schemas.openxmlformats.org/officeDocument/2006/relationships/image" Target="../media/image9.png"/><Relationship Id="rId9" Type="http://schemas.openxmlformats.org/officeDocument/2006/relationships/customXml" Target="../ink/ink4.xml"/><Relationship Id="rId14" Type="http://schemas.openxmlformats.org/officeDocument/2006/relationships/image" Target="../media/image13.png"/><Relationship Id="rId22" Type="http://schemas.openxmlformats.org/officeDocument/2006/relationships/customXml" Target="../ink/ink10.xml"/><Relationship Id="rId27" Type="http://schemas.openxmlformats.org/officeDocument/2006/relationships/image" Target="../media/image6.png"/><Relationship Id="rId30" Type="http://schemas.openxmlformats.org/officeDocument/2006/relationships/customXml" Target="../ink/ink15.xml"/><Relationship Id="rId35" Type="http://schemas.openxmlformats.org/officeDocument/2006/relationships/image" Target="../media/image16.png"/><Relationship Id="rId8"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4805" y="757122"/>
            <a:ext cx="8839850" cy="722502"/>
          </a:xfrm>
        </p:spPr>
        <p:txBody>
          <a:bodyPr>
            <a:normAutofit fontScale="90000"/>
          </a:bodyPr>
          <a:lstStyle/>
          <a:p>
            <a:r>
              <a:rPr lang="en-IN" sz="1800" b="1" dirty="0">
                <a:latin typeface="Times New Roman" panose="02020603050405020304" pitchFamily="18" charset="0"/>
                <a:cs typeface="Times New Roman" panose="02020603050405020304" pitchFamily="18" charset="0"/>
              </a:rPr>
              <a:t>			</a:t>
            </a:r>
            <a:br>
              <a:rPr lang="en-IN" sz="1800" b="1" dirty="0">
                <a:latin typeface="Times New Roman" panose="02020603050405020304" pitchFamily="18" charset="0"/>
                <a:cs typeface="Times New Roman" panose="02020603050405020304" pitchFamily="18" charset="0"/>
              </a:rPr>
            </a:b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a:t>
            </a:r>
            <a:br>
              <a:rPr lang="en-IN" sz="1800" b="1" dirty="0">
                <a:latin typeface="Times New Roman" panose="02020603050405020304" pitchFamily="18" charset="0"/>
                <a:cs typeface="Times New Roman" panose="02020603050405020304" pitchFamily="18" charset="0"/>
              </a:rPr>
            </a:br>
            <a:br>
              <a:rPr lang="en-IN" sz="1800" b="1" dirty="0">
                <a:latin typeface="Times New Roman" panose="02020603050405020304" pitchFamily="18" charset="0"/>
                <a:cs typeface="Times New Roman" panose="02020603050405020304" pitchFamily="18" charset="0"/>
              </a:rPr>
            </a:br>
            <a:br>
              <a:rPr lang="en-IN" sz="1800" b="1" dirty="0">
                <a:latin typeface="Times New Roman" panose="02020603050405020304" pitchFamily="18" charset="0"/>
                <a:cs typeface="Times New Roman" panose="02020603050405020304" pitchFamily="18" charset="0"/>
              </a:rPr>
            </a:b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a:t>
            </a:r>
            <a:r>
              <a:rPr lang="en-US" sz="2200" b="1" dirty="0">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ADITYA COLLEGE OF ENGINEERING AND TECHNOLOGY</a:t>
            </a:r>
            <a:br>
              <a:rPr lang="en-US" sz="2000" b="1" dirty="0">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a:t>
            </a:r>
            <a:br>
              <a:rPr lang="en-IN" sz="2000" b="1" dirty="0">
                <a:latin typeface="Times New Roman" panose="02020603050405020304" pitchFamily="18" charset="0"/>
                <a:cs typeface="Times New Roman" panose="02020603050405020304" pitchFamily="18" charset="0"/>
              </a:rPr>
            </a:br>
            <a:endParaRPr lang="en-IN" sz="2000" b="1" dirty="0">
              <a:solidFill>
                <a:schemeClr val="accent1"/>
              </a:solidFill>
            </a:endParaRPr>
          </a:p>
        </p:txBody>
      </p:sp>
      <p:sp>
        <p:nvSpPr>
          <p:cNvPr id="3" name="Subtitle 2"/>
          <p:cNvSpPr>
            <a:spLocks noGrp="1"/>
          </p:cNvSpPr>
          <p:nvPr>
            <p:ph type="subTitle" idx="1"/>
          </p:nvPr>
        </p:nvSpPr>
        <p:spPr>
          <a:xfrm>
            <a:off x="883685" y="1397674"/>
            <a:ext cx="9842090" cy="2031326"/>
          </a:xfrm>
        </p:spPr>
        <p:txBody>
          <a:bodyPr>
            <a:normAutofit fontScale="25000" lnSpcReduction="20000"/>
          </a:bodyPr>
          <a:lstStyle/>
          <a:p>
            <a:pPr marL="27305" marR="57150" indent="0" algn="l">
              <a:lnSpc>
                <a:spcPct val="120000"/>
              </a:lnSpc>
              <a:spcBef>
                <a:spcPts val="975"/>
              </a:spcBef>
              <a:buNone/>
            </a:pPr>
            <a:r>
              <a:rPr lang="en-US" sz="6200" b="1" spc="-20" dirty="0">
                <a:solidFill>
                  <a:srgbClr val="F4AF83"/>
                </a:solidFill>
                <a:effectLst/>
                <a:latin typeface="Times New Roman" panose="02020603050405020304" pitchFamily="18" charset="0"/>
                <a:ea typeface="Times New Roman" panose="02020603050405020304" pitchFamily="18" charset="0"/>
              </a:rPr>
              <a:t>                                                                </a:t>
            </a:r>
            <a:r>
              <a:rPr lang="en-US" sz="8000" b="1" spc="-20" dirty="0">
                <a:solidFill>
                  <a:srgbClr val="C00000"/>
                </a:solidFill>
                <a:effectLst/>
                <a:latin typeface="Times New Roman" panose="02020603050405020304" pitchFamily="18" charset="0"/>
                <a:ea typeface="Times New Roman" panose="02020603050405020304" pitchFamily="18" charset="0"/>
              </a:rPr>
              <a:t>DEPARTMENT</a:t>
            </a:r>
            <a:r>
              <a:rPr lang="en-US" sz="8000" b="1" spc="-10" dirty="0">
                <a:solidFill>
                  <a:srgbClr val="C00000"/>
                </a:solidFill>
                <a:effectLst/>
                <a:latin typeface="Times New Roman" panose="02020603050405020304" pitchFamily="18" charset="0"/>
                <a:ea typeface="Times New Roman" panose="02020603050405020304" pitchFamily="18" charset="0"/>
              </a:rPr>
              <a:t> </a:t>
            </a:r>
            <a:r>
              <a:rPr lang="en-US" sz="8000" b="1" spc="-20" dirty="0">
                <a:solidFill>
                  <a:srgbClr val="C00000"/>
                </a:solidFill>
                <a:effectLst/>
                <a:latin typeface="Times New Roman" panose="02020603050405020304" pitchFamily="18" charset="0"/>
                <a:ea typeface="Times New Roman" panose="02020603050405020304" pitchFamily="18" charset="0"/>
              </a:rPr>
              <a:t>OF</a:t>
            </a:r>
            <a:r>
              <a:rPr lang="en-US" sz="8000" b="1" spc="-30" dirty="0">
                <a:solidFill>
                  <a:srgbClr val="C00000"/>
                </a:solidFill>
                <a:effectLst/>
                <a:latin typeface="Times New Roman" panose="02020603050405020304" pitchFamily="18" charset="0"/>
                <a:ea typeface="Times New Roman" panose="02020603050405020304" pitchFamily="18" charset="0"/>
              </a:rPr>
              <a:t> </a:t>
            </a:r>
            <a:r>
              <a:rPr lang="en-US" sz="8000" b="1" spc="-20" dirty="0">
                <a:solidFill>
                  <a:srgbClr val="C00000"/>
                </a:solidFill>
                <a:effectLst/>
                <a:latin typeface="Times New Roman" panose="02020603050405020304" pitchFamily="18" charset="0"/>
                <a:ea typeface="Times New Roman" panose="02020603050405020304" pitchFamily="18" charset="0"/>
              </a:rPr>
              <a:t>CSE-AIML</a:t>
            </a:r>
          </a:p>
          <a:p>
            <a:pPr marL="27305" marR="57150" indent="0" algn="l">
              <a:lnSpc>
                <a:spcPct val="120000"/>
              </a:lnSpc>
              <a:spcBef>
                <a:spcPts val="975"/>
              </a:spcBef>
              <a:buNone/>
            </a:pPr>
            <a:r>
              <a:rPr lang="en-US" sz="8000" b="1" spc="-20" dirty="0">
                <a:solidFill>
                  <a:srgbClr val="F4AF83"/>
                </a:solidFill>
                <a:latin typeface="Times New Roman" panose="02020603050405020304" pitchFamily="18" charset="0"/>
                <a:ea typeface="Times New Roman" panose="02020603050405020304" pitchFamily="18" charset="0"/>
              </a:rPr>
              <a:t>                                                          </a:t>
            </a:r>
            <a:r>
              <a:rPr lang="en-US" sz="8000" b="1" spc="-20" dirty="0">
                <a:solidFill>
                  <a:schemeClr val="accent2">
                    <a:lumMod val="75000"/>
                  </a:schemeClr>
                </a:solidFill>
                <a:latin typeface="Times New Roman" panose="02020603050405020304" pitchFamily="18" charset="0"/>
                <a:ea typeface="Times New Roman" panose="02020603050405020304" pitchFamily="18" charset="0"/>
              </a:rPr>
              <a:t>A Project Presentation on </a:t>
            </a:r>
          </a:p>
          <a:p>
            <a:pPr marL="27305" marR="57150" indent="0" algn="l">
              <a:lnSpc>
                <a:spcPct val="120000"/>
              </a:lnSpc>
              <a:spcBef>
                <a:spcPts val="975"/>
              </a:spcBef>
              <a:buNone/>
            </a:pPr>
            <a:r>
              <a:rPr lang="en-US" sz="8000" b="1" spc="-20" dirty="0">
                <a:solidFill>
                  <a:srgbClr val="F4AF83"/>
                </a:solidFill>
                <a:effectLst/>
                <a:latin typeface="Times New Roman" panose="02020603050405020304" pitchFamily="18" charset="0"/>
                <a:ea typeface="Times New Roman" panose="02020603050405020304" pitchFamily="18" charset="0"/>
              </a:rPr>
              <a:t>	</a:t>
            </a:r>
            <a:endParaRPr lang="en-IN" sz="6200" dirty="0">
              <a:solidFill>
                <a:srgbClr val="0070C0"/>
              </a:solidFill>
              <a:latin typeface="Times New Roman" panose="02020603050405020304" pitchFamily="18" charset="0"/>
              <a:cs typeface="Times New Roman" panose="02020603050405020304" pitchFamily="18" charset="0"/>
            </a:endParaRPr>
          </a:p>
          <a:p>
            <a:r>
              <a:rPr lang="en-IN" sz="8800" b="1" u="sng" dirty="0">
                <a:solidFill>
                  <a:srgbClr val="0070C0"/>
                </a:solidFill>
                <a:latin typeface="Times New Roman" panose="02020603050405020304" pitchFamily="18" charset="0"/>
                <a:cs typeface="Times New Roman" panose="02020603050405020304" pitchFamily="18" charset="0"/>
              </a:rPr>
              <a:t>REPLIMATE  </a:t>
            </a:r>
          </a:p>
          <a:p>
            <a:r>
              <a:rPr lang="en-IN" sz="8800" b="1" dirty="0">
                <a:solidFill>
                  <a:srgbClr val="0070C0"/>
                </a:solidFill>
                <a:latin typeface="Times New Roman" panose="02020603050405020304" pitchFamily="18" charset="0"/>
                <a:cs typeface="Times New Roman" panose="02020603050405020304" pitchFamily="18" charset="0"/>
              </a:rPr>
              <a:t>                          </a:t>
            </a:r>
            <a:r>
              <a:rPr lang="en-IN" sz="8800" b="1" u="sng" dirty="0">
                <a:solidFill>
                  <a:srgbClr val="0070C0"/>
                </a:solidFill>
                <a:latin typeface="Times New Roman" panose="02020603050405020304" pitchFamily="18" charset="0"/>
                <a:cs typeface="Times New Roman" panose="02020603050405020304" pitchFamily="18" charset="0"/>
              </a:rPr>
              <a:t>AI – POWERED PERSONAL DIGITAL TWIN</a:t>
            </a:r>
            <a:r>
              <a:rPr lang="en-US" sz="8000" b="1" spc="-20" dirty="0">
                <a:solidFill>
                  <a:srgbClr val="0070C0"/>
                </a:solidFill>
                <a:effectLst/>
                <a:latin typeface="Times New Roman" panose="02020603050405020304" pitchFamily="18" charset="0"/>
                <a:ea typeface="Times New Roman" panose="02020603050405020304" pitchFamily="18" charset="0"/>
              </a:rPr>
              <a:t>	  	</a:t>
            </a:r>
            <a:r>
              <a:rPr lang="en-IN" sz="8000" b="1" dirty="0">
                <a:solidFill>
                  <a:srgbClr val="0070C0"/>
                </a:solidFill>
                <a:effectLst/>
                <a:latin typeface="Times New Roman" panose="02020603050405020304" pitchFamily="18" charset="0"/>
                <a:ea typeface="Times New Roman" panose="02020603050405020304" pitchFamily="18" charset="0"/>
              </a:rPr>
              <a:t>       </a:t>
            </a:r>
          </a:p>
          <a:p>
            <a:r>
              <a:rPr lang="en-IN" sz="8000" b="1" dirty="0">
                <a:solidFill>
                  <a:schemeClr val="accent6">
                    <a:lumMod val="60000"/>
                    <a:lumOff val="40000"/>
                  </a:schemeClr>
                </a:solidFill>
                <a:latin typeface="Times New Roman" panose="02020603050405020304" pitchFamily="18" charset="0"/>
                <a:cs typeface="Times New Roman" panose="02020603050405020304" pitchFamily="18" charset="0"/>
              </a:rPr>
              <a:t>                                                         </a:t>
            </a:r>
            <a:endParaRPr lang="en-IN" sz="8000" b="1" dirty="0">
              <a:solidFill>
                <a:schemeClr val="accent2">
                  <a:lumMod val="50000"/>
                </a:schemeClr>
              </a:solidFill>
              <a:latin typeface="Times New Roman" panose="02020603050405020304" pitchFamily="18" charset="0"/>
              <a:cs typeface="Times New Roman" panose="02020603050405020304" pitchFamily="18" charset="0"/>
            </a:endParaRPr>
          </a:p>
          <a:p>
            <a:endParaRPr lang="en-IN" dirty="0">
              <a:solidFill>
                <a:schemeClr val="accent6">
                  <a:lumMod val="60000"/>
                  <a:lumOff val="40000"/>
                </a:schemeClr>
              </a:solidFill>
              <a:latin typeface="Times New Roman" panose="02020603050405020304" pitchFamily="18" charset="0"/>
              <a:cs typeface="Times New Roman" panose="02020603050405020304" pitchFamily="18" charset="0"/>
            </a:endParaRPr>
          </a:p>
          <a:p>
            <a:r>
              <a:rPr lang="en-IN" sz="2800" dirty="0">
                <a:solidFill>
                  <a:schemeClr val="accent3"/>
                </a:solidFill>
                <a:latin typeface="Times New Roman" panose="02020603050405020304" pitchFamily="18" charset="0"/>
                <a:cs typeface="Times New Roman" panose="02020603050405020304" pitchFamily="18" charset="0"/>
              </a:rPr>
              <a:t>      </a:t>
            </a:r>
            <a:r>
              <a:rPr lang="en-IN" sz="2800" dirty="0">
                <a:solidFill>
                  <a:srgbClr val="C00000"/>
                </a:solidFill>
                <a:latin typeface="Times New Roman" panose="02020603050405020304" pitchFamily="18" charset="0"/>
                <a:cs typeface="Times New Roman" panose="02020603050405020304" pitchFamily="18" charset="0"/>
              </a:rPr>
              <a:t>   </a:t>
            </a:r>
          </a:p>
        </p:txBody>
      </p:sp>
      <p:sp>
        <p:nvSpPr>
          <p:cNvPr id="8" name="Date Placeholder 7">
            <a:extLst>
              <a:ext uri="{FF2B5EF4-FFF2-40B4-BE49-F238E27FC236}">
                <a16:creationId xmlns:a16="http://schemas.microsoft.com/office/drawing/2014/main" id="{9C7449CA-5766-7C3B-0E66-CE4CBBAB9B50}"/>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7" name="Footer Placeholder 6">
            <a:extLst>
              <a:ext uri="{FF2B5EF4-FFF2-40B4-BE49-F238E27FC236}">
                <a16:creationId xmlns:a16="http://schemas.microsoft.com/office/drawing/2014/main" id="{628D45BD-2CF3-B6B1-8E97-6283BF1E74D0}"/>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6" name="Slide Number Placeholder 5">
            <a:extLst>
              <a:ext uri="{FF2B5EF4-FFF2-40B4-BE49-F238E27FC236}">
                <a16:creationId xmlns:a16="http://schemas.microsoft.com/office/drawing/2014/main" id="{52145822-AFBC-FDE6-709C-82B102F9E071}"/>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1</a:t>
            </a:fld>
            <a:endParaRPr lang="en-IN" dirty="0">
              <a:solidFill>
                <a:schemeClr val="tx1"/>
              </a:solidFill>
            </a:endParaRPr>
          </a:p>
        </p:txBody>
      </p:sp>
      <p:sp>
        <p:nvSpPr>
          <p:cNvPr id="9" name="TextBox 8"/>
          <p:cNvSpPr txBox="1"/>
          <p:nvPr/>
        </p:nvSpPr>
        <p:spPr>
          <a:xfrm>
            <a:off x="1158024" y="4346552"/>
            <a:ext cx="3519948" cy="1477328"/>
          </a:xfrm>
          <a:prstGeom prst="rect">
            <a:avLst/>
          </a:prstGeom>
          <a:noFill/>
        </p:spPr>
        <p:txBody>
          <a:bodyPr wrap="square">
            <a:spAutoFit/>
          </a:bodyPr>
          <a:lstStyle/>
          <a:p>
            <a:r>
              <a:rPr lang="en-IN" b="1" dirty="0">
                <a:solidFill>
                  <a:schemeClr val="tx1">
                    <a:lumMod val="95000"/>
                  </a:schemeClr>
                </a:solidFill>
                <a:latin typeface="Times New Roman" panose="02020603050405020304" pitchFamily="18" charset="0"/>
                <a:cs typeface="Times New Roman" panose="02020603050405020304" pitchFamily="18" charset="0"/>
              </a:rPr>
              <a:t>Under the Guidance of</a:t>
            </a:r>
          </a:p>
          <a:p>
            <a:r>
              <a:rPr lang="en-IN" dirty="0" err="1">
                <a:solidFill>
                  <a:schemeClr val="tx1">
                    <a:lumMod val="95000"/>
                  </a:schemeClr>
                </a:solidFill>
                <a:latin typeface="Times New Roman" panose="02020603050405020304" pitchFamily="18" charset="0"/>
                <a:cs typeface="Times New Roman" panose="02020603050405020304" pitchFamily="18" charset="0"/>
              </a:rPr>
              <a:t>Ms.Y.Chandini</a:t>
            </a:r>
            <a:r>
              <a:rPr lang="en-IN" dirty="0">
                <a:solidFill>
                  <a:schemeClr val="tx1">
                    <a:lumMod val="95000"/>
                  </a:schemeClr>
                </a:solidFill>
                <a:latin typeface="Times New Roman" panose="02020603050405020304" pitchFamily="18" charset="0"/>
                <a:cs typeface="Times New Roman" panose="02020603050405020304" pitchFamily="18" charset="0"/>
              </a:rPr>
              <a:t>, </a:t>
            </a:r>
            <a:r>
              <a:rPr lang="en-IN" sz="1200" dirty="0" err="1">
                <a:solidFill>
                  <a:schemeClr val="tx1">
                    <a:lumMod val="95000"/>
                  </a:schemeClr>
                </a:solidFill>
                <a:latin typeface="Times New Roman" panose="02020603050405020304" pitchFamily="18" charset="0"/>
                <a:cs typeface="Times New Roman" panose="02020603050405020304" pitchFamily="18" charset="0"/>
              </a:rPr>
              <a:t>M.Tech</a:t>
            </a:r>
            <a:r>
              <a:rPr lang="en-IN" sz="1200" dirty="0">
                <a:solidFill>
                  <a:schemeClr val="tx1">
                    <a:lumMod val="95000"/>
                  </a:schemeClr>
                </a:solidFill>
                <a:latin typeface="Times New Roman" panose="02020603050405020304" pitchFamily="18" charset="0"/>
                <a:cs typeface="Times New Roman" panose="02020603050405020304" pitchFamily="18" charset="0"/>
              </a:rPr>
              <a:t>.,</a:t>
            </a:r>
            <a:endParaRPr lang="en-IN" dirty="0">
              <a:solidFill>
                <a:schemeClr val="tx1">
                  <a:lumMod val="95000"/>
                </a:schemeClr>
              </a:solidFill>
              <a:latin typeface="Times New Roman" panose="02020603050405020304" pitchFamily="18" charset="0"/>
              <a:cs typeface="Times New Roman" panose="02020603050405020304" pitchFamily="18" charset="0"/>
            </a:endParaRPr>
          </a:p>
          <a:p>
            <a:r>
              <a:rPr lang="en-IN" dirty="0">
                <a:solidFill>
                  <a:schemeClr val="tx1">
                    <a:lumMod val="95000"/>
                  </a:schemeClr>
                </a:solidFill>
                <a:latin typeface="Times New Roman" panose="02020603050405020304" pitchFamily="18" charset="0"/>
                <a:cs typeface="Times New Roman" panose="02020603050405020304" pitchFamily="18" charset="0"/>
              </a:rPr>
              <a:t>Assistant Professor</a:t>
            </a:r>
          </a:p>
          <a:p>
            <a:r>
              <a:rPr lang="en-IN" dirty="0">
                <a:solidFill>
                  <a:schemeClr val="tx1">
                    <a:lumMod val="95000"/>
                  </a:schemeClr>
                </a:solidFill>
                <a:latin typeface="Times New Roman" panose="02020603050405020304" pitchFamily="18" charset="0"/>
                <a:cs typeface="Times New Roman" panose="02020603050405020304" pitchFamily="18" charset="0"/>
              </a:rPr>
              <a:t>DEPARTMENT OF CSE-AIML</a:t>
            </a:r>
          </a:p>
          <a:p>
            <a:r>
              <a:rPr lang="en-IN" dirty="0">
                <a:solidFill>
                  <a:schemeClr val="tx1">
                    <a:lumMod val="95000"/>
                  </a:schemeClr>
                </a:solidFill>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t>
            </a:r>
          </a:p>
        </p:txBody>
      </p:sp>
      <p:sp>
        <p:nvSpPr>
          <p:cNvPr id="14" name="TextBox 13"/>
          <p:cNvSpPr txBox="1"/>
          <p:nvPr/>
        </p:nvSpPr>
        <p:spPr>
          <a:xfrm>
            <a:off x="5068572" y="4030429"/>
            <a:ext cx="5914649" cy="2031325"/>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Presented by</a:t>
            </a:r>
          </a:p>
          <a:p>
            <a:pPr algn="r"/>
            <a:r>
              <a:rPr lang="en-IN" dirty="0">
                <a:latin typeface="Times New Roman" panose="02020603050405020304" pitchFamily="18" charset="0"/>
                <a:cs typeface="Times New Roman" panose="02020603050405020304" pitchFamily="18" charset="0"/>
              </a:rPr>
              <a:t>Kone Veera Sravani                                (22P31A4299)</a:t>
            </a:r>
          </a:p>
          <a:p>
            <a:pPr algn="r"/>
            <a:r>
              <a:rPr lang="en-IN" dirty="0" err="1">
                <a:latin typeface="Times New Roman" panose="02020603050405020304" pitchFamily="18" charset="0"/>
                <a:cs typeface="Times New Roman" panose="02020603050405020304" pitchFamily="18" charset="0"/>
              </a:rPr>
              <a:t>Korukonda</a:t>
            </a:r>
            <a:r>
              <a:rPr lang="en-IN" dirty="0">
                <a:latin typeface="Times New Roman" panose="02020603050405020304" pitchFamily="18" charset="0"/>
                <a:cs typeface="Times New Roman" panose="02020603050405020304" pitchFamily="18" charset="0"/>
              </a:rPr>
              <a:t> Chiranjeevi Mani Vinayak   (23P35A4209)</a:t>
            </a:r>
          </a:p>
          <a:p>
            <a:pPr algn="r"/>
            <a:r>
              <a:rPr lang="en-IN" dirty="0" err="1">
                <a:latin typeface="Times New Roman" panose="02020603050405020304" pitchFamily="18" charset="0"/>
                <a:cs typeface="Times New Roman" panose="02020603050405020304" pitchFamily="18" charset="0"/>
              </a:rPr>
              <a:t>Kondela</a:t>
            </a:r>
            <a:r>
              <a:rPr lang="en-IN" dirty="0">
                <a:latin typeface="Times New Roman" panose="02020603050405020304" pitchFamily="18" charset="0"/>
                <a:cs typeface="Times New Roman" panose="02020603050405020304" pitchFamily="18" charset="0"/>
              </a:rPr>
              <a:t> Prasanna Kumar                       (22P31A4298)</a:t>
            </a:r>
          </a:p>
          <a:p>
            <a:pPr algn="r"/>
            <a:r>
              <a:rPr lang="en-IN" dirty="0" err="1">
                <a:latin typeface="Times New Roman" panose="02020603050405020304" pitchFamily="18" charset="0"/>
                <a:cs typeface="Times New Roman" panose="02020603050405020304" pitchFamily="18" charset="0"/>
              </a:rPr>
              <a:t>Adduri</a:t>
            </a:r>
            <a:r>
              <a:rPr lang="en-IN" dirty="0">
                <a:latin typeface="Times New Roman" panose="02020603050405020304" pitchFamily="18" charset="0"/>
                <a:cs typeface="Times New Roman" panose="02020603050405020304" pitchFamily="18" charset="0"/>
              </a:rPr>
              <a:t> Harsha Vardhan                          (22P31A4265)</a:t>
            </a:r>
          </a:p>
          <a:p>
            <a:pPr algn="r"/>
            <a:r>
              <a:rPr lang="en-IN" dirty="0" err="1">
                <a:latin typeface="Times New Roman" panose="02020603050405020304" pitchFamily="18" charset="0"/>
                <a:cs typeface="Times New Roman" panose="02020603050405020304" pitchFamily="18" charset="0"/>
              </a:rPr>
              <a:t>Dwarapudi</a:t>
            </a:r>
            <a:r>
              <a:rPr lang="en-IN" dirty="0">
                <a:latin typeface="Times New Roman" panose="02020603050405020304" pitchFamily="18" charset="0"/>
                <a:cs typeface="Times New Roman" panose="02020603050405020304" pitchFamily="18" charset="0"/>
              </a:rPr>
              <a:t> Srinu                                     (22P31A4280)</a:t>
            </a:r>
          </a:p>
          <a:p>
            <a:pPr algn="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0FC9E01-3536-242E-FEC6-DFA794B64F63}"/>
              </a:ext>
            </a:extLst>
          </p:cNvPr>
          <p:cNvPicPr>
            <a:picLocks noChangeAspect="1"/>
          </p:cNvPicPr>
          <p:nvPr/>
        </p:nvPicPr>
        <p:blipFill>
          <a:blip r:embed="rId2"/>
          <a:stretch>
            <a:fillRect/>
          </a:stretch>
        </p:blipFill>
        <p:spPr>
          <a:xfrm>
            <a:off x="465757" y="80421"/>
            <a:ext cx="1293770" cy="13992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76314"/>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CONTENTS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a:xfrm>
            <a:off x="1103312" y="1350335"/>
            <a:ext cx="4648902" cy="4906003"/>
          </a:xfrm>
        </p:spPr>
        <p:txBody>
          <a:bodyPr>
            <a:normAutofit/>
          </a:bodyPr>
          <a:lstStyle/>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Abstract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Problem Statement</a:t>
            </a:r>
            <a:endParaRPr lang="en-US"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Utility of the Problem</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Motivation Behind Problem Selection</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Literature Survey   </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Existing System and Disadvantages</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Proposed Solution and Analysis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Merits / Demerits of Proposed Solution</a:t>
            </a:r>
            <a:endParaRPr lang="en-US"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Functional Requirements</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Non-Functional Requirements</a:t>
            </a:r>
          </a:p>
          <a:p>
            <a:pPr>
              <a:buFont typeface="Wingdings" panose="05000000000000000000" pitchFamily="2" charset="2"/>
              <a:buChar char="Ø"/>
            </a:pPr>
            <a:endParaRPr lang="en-US" sz="1800" dirty="0">
              <a:solidFill>
                <a:schemeClr val="tx1"/>
              </a:solidFill>
              <a:latin typeface="Times New Roman" panose="02020603050405020304" pitchFamily="18" charset="0"/>
              <a:cs typeface="Times New Roman" panose="02020603050405020304" pitchFamily="18" charset="0"/>
            </a:endParaRPr>
          </a:p>
          <a:p>
            <a:pPr marL="457200" indent="-457200">
              <a:buAutoNum type="arabicPeriod" startAt="5"/>
            </a:pPr>
            <a:endParaRPr lang="en-US" sz="1800" dirty="0">
              <a:solidFill>
                <a:schemeClr val="tx1"/>
              </a:solidFill>
              <a:latin typeface="Times New Roman" panose="02020603050405020304" pitchFamily="18" charset="0"/>
              <a:cs typeface="Times New Roman" panose="02020603050405020304" pitchFamily="18" charset="0"/>
            </a:endParaRPr>
          </a:p>
          <a:p>
            <a:pPr marL="457200" indent="-457200">
              <a:buAutoNum type="arabicPeriod"/>
            </a:pPr>
            <a:endParaRPr lang="en-US" sz="1800" dirty="0">
              <a:solidFill>
                <a:schemeClr val="tx1"/>
              </a:solidFill>
              <a:latin typeface="Times New Roman" panose="02020603050405020304" pitchFamily="18" charset="0"/>
              <a:cs typeface="Times New Roman" panose="02020603050405020304" pitchFamily="18" charset="0"/>
            </a:endParaRPr>
          </a:p>
          <a:p>
            <a:pPr marL="457200" indent="-457200">
              <a:buAutoNum type="arabicPeriod"/>
            </a:pPr>
            <a:endParaRPr lang="en-IN" sz="1800"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endParaRPr>
          </a:p>
        </p:txBody>
      </p:sp>
      <p:sp>
        <p:nvSpPr>
          <p:cNvPr id="6" name="Content Placeholder 5"/>
          <p:cNvSpPr>
            <a:spLocks noGrp="1"/>
          </p:cNvSpPr>
          <p:nvPr>
            <p:ph sz="quarter" idx="4"/>
          </p:nvPr>
        </p:nvSpPr>
        <p:spPr>
          <a:xfrm>
            <a:off x="6572675" y="1350335"/>
            <a:ext cx="4380879" cy="4906003"/>
          </a:xfrm>
        </p:spPr>
        <p:txBody>
          <a:bodyPr>
            <a:normAutofit/>
          </a:bodyPr>
          <a:lstStyle/>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Feasibility Study</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Modules</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System Architecture</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UML Diagrams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Progress of Implementation</a:t>
            </a:r>
            <a:endParaRPr lang="en-US"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Test Cases</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Output Screens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Basic Output and Result Analysis</a:t>
            </a:r>
            <a:endParaRPr lang="en-US"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Scope of the Project</a:t>
            </a:r>
            <a:endParaRPr lang="en-US"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Conclusion and Future Enhancements</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References</a:t>
            </a: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6">
            <a:extLst>
              <a:ext uri="{FF2B5EF4-FFF2-40B4-BE49-F238E27FC236}">
                <a16:creationId xmlns:a16="http://schemas.microsoft.com/office/drawing/2014/main" id="{B01266FC-A10B-401E-9C74-14C4C4ADC90D}"/>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10" name="Date Placeholder 7">
            <a:extLst>
              <a:ext uri="{FF2B5EF4-FFF2-40B4-BE49-F238E27FC236}">
                <a16:creationId xmlns:a16="http://schemas.microsoft.com/office/drawing/2014/main" id="{D7ABE9E8-35E5-A522-5855-35B184B255B5}"/>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11" name="Slide Number Placeholder 5">
            <a:extLst>
              <a:ext uri="{FF2B5EF4-FFF2-40B4-BE49-F238E27FC236}">
                <a16:creationId xmlns:a16="http://schemas.microsoft.com/office/drawing/2014/main" id="{CCF56B98-DDFA-C75A-1255-CF5DA2B44589}"/>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2</a:t>
            </a:fld>
            <a:endParaRPr lang="en-IN"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321" y="792215"/>
            <a:ext cx="10913292" cy="789244"/>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 A</a:t>
            </a:r>
            <a:r>
              <a:rPr lang="en-US" sz="2800" b="1" dirty="0">
                <a:latin typeface="Times New Roman" panose="02020603050405020304" pitchFamily="18" charset="0"/>
                <a:cs typeface="Times New Roman" panose="02020603050405020304" pitchFamily="18" charset="0"/>
              </a:rPr>
              <a:t>BSTRACT</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8929" y="1581459"/>
            <a:ext cx="10398058" cy="3873043"/>
          </a:xfrm>
        </p:spPr>
        <p:txBody>
          <a:bodyPr>
            <a:normAutofit/>
          </a:bodyPr>
          <a:lstStyle/>
          <a:p>
            <a:pPr>
              <a:lnSpc>
                <a:spcPct val="150000"/>
              </a:lnSpc>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Replimate</a:t>
            </a:r>
            <a:r>
              <a:rPr lang="en-US" sz="2000" dirty="0">
                <a:latin typeface="Times New Roman" panose="02020603050405020304" pitchFamily="18" charset="0"/>
                <a:cs typeface="Times New Roman" panose="02020603050405020304" pitchFamily="18" charset="0"/>
              </a:rPr>
              <a:t> is an AI-powered assistant that learns a user’s personality, behavior, and communication style. It remembers preferences, manages reminders, summarizes notes, and provides personalized suggestions for education, work, and health, helping improve productivity and daily life.</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ensures complete data safety using AES-256 encryption, federated learning, and differential privacy. This keeps all personal information private and under user control while allowing </a:t>
            </a:r>
            <a:r>
              <a:rPr lang="en-US" sz="2000" dirty="0" err="1">
                <a:latin typeface="Times New Roman" panose="02020603050405020304" pitchFamily="18" charset="0"/>
                <a:cs typeface="Times New Roman" panose="02020603050405020304" pitchFamily="18" charset="0"/>
              </a:rPr>
              <a:t>Replimate</a:t>
            </a:r>
            <a:r>
              <a:rPr lang="en-US" sz="2000" dirty="0">
                <a:latin typeface="Times New Roman" panose="02020603050405020304" pitchFamily="18" charset="0"/>
                <a:cs typeface="Times New Roman" panose="02020603050405020304" pitchFamily="18" charset="0"/>
              </a:rPr>
              <a:t> to grow smarter and more personalized over time.</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6">
            <a:extLst>
              <a:ext uri="{FF2B5EF4-FFF2-40B4-BE49-F238E27FC236}">
                <a16:creationId xmlns:a16="http://schemas.microsoft.com/office/drawing/2014/main" id="{76D9A50C-72B3-25B0-3B88-29CDB619CB14}"/>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5" name="Date Placeholder 7">
            <a:extLst>
              <a:ext uri="{FF2B5EF4-FFF2-40B4-BE49-F238E27FC236}">
                <a16:creationId xmlns:a16="http://schemas.microsoft.com/office/drawing/2014/main" id="{E6FD5A9B-A650-C4AF-1268-FE5C27F47B2B}"/>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9" name="Slide Number Placeholder 5">
            <a:extLst>
              <a:ext uri="{FF2B5EF4-FFF2-40B4-BE49-F238E27FC236}">
                <a16:creationId xmlns:a16="http://schemas.microsoft.com/office/drawing/2014/main" id="{9C6181B5-54DE-5286-1D63-19378320D988}"/>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3</a:t>
            </a:fld>
            <a:endParaRPr lang="en-IN"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7DFB2-4294-C049-83D2-E2298DDF139B}"/>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PROBLEM STATEMENT </a:t>
            </a:r>
            <a:endParaRPr lang="en-US" sz="2800" dirty="0"/>
          </a:p>
        </p:txBody>
      </p:sp>
      <p:sp>
        <p:nvSpPr>
          <p:cNvPr id="4" name="Date Placeholder 3">
            <a:extLst>
              <a:ext uri="{FF2B5EF4-FFF2-40B4-BE49-F238E27FC236}">
                <a16:creationId xmlns:a16="http://schemas.microsoft.com/office/drawing/2014/main" id="{97F1EB05-E7AB-1172-2637-62BBD2DEF6CD}"/>
              </a:ext>
            </a:extLst>
          </p:cNvPr>
          <p:cNvSpPr>
            <a:spLocks noGrp="1"/>
          </p:cNvSpPr>
          <p:nvPr>
            <p:ph type="dt" sz="half" idx="10"/>
          </p:nvPr>
        </p:nvSpPr>
        <p:spPr>
          <a:xfrm>
            <a:off x="838200" y="6220048"/>
            <a:ext cx="2743200" cy="501428"/>
          </a:xfrm>
        </p:spPr>
        <p:txBody>
          <a:bodyPr/>
          <a:lstStyle/>
          <a:p>
            <a:fld id="{67334BF2-EC4E-4273-82B1-522AD1FC4259}" type="datetime1">
              <a:rPr lang="en-IN"/>
              <a:pPr/>
              <a:t>07-04-2026</a:t>
            </a:fld>
            <a:endParaRPr lang="en-IN" dirty="0"/>
          </a:p>
        </p:txBody>
      </p:sp>
      <p:sp>
        <p:nvSpPr>
          <p:cNvPr id="5" name="Footer Placeholder 4">
            <a:extLst>
              <a:ext uri="{FF2B5EF4-FFF2-40B4-BE49-F238E27FC236}">
                <a16:creationId xmlns:a16="http://schemas.microsoft.com/office/drawing/2014/main" id="{EA3AFA30-96AE-30E3-5CDC-29F7D4A96D54}"/>
              </a:ext>
            </a:extLst>
          </p:cNvPr>
          <p:cNvSpPr>
            <a:spLocks noGrp="1"/>
          </p:cNvSpPr>
          <p:nvPr>
            <p:ph type="ftr" sz="quarter" idx="11"/>
          </p:nvPr>
        </p:nvSpPr>
        <p:spPr>
          <a:xfrm>
            <a:off x="4038600" y="6113722"/>
            <a:ext cx="4114800" cy="607754"/>
          </a:xfrm>
        </p:spPr>
        <p:txBody>
          <a:bodyPr/>
          <a:lstStyle/>
          <a:p>
            <a:r>
              <a:rPr lang="en-US" dirty="0"/>
              <a:t>Department of CSE-AIML , ACET (P3)</a:t>
            </a:r>
            <a:endParaRPr lang="en-IN" dirty="0"/>
          </a:p>
        </p:txBody>
      </p:sp>
      <p:sp>
        <p:nvSpPr>
          <p:cNvPr id="6" name="Slide Number Placeholder 5">
            <a:extLst>
              <a:ext uri="{FF2B5EF4-FFF2-40B4-BE49-F238E27FC236}">
                <a16:creationId xmlns:a16="http://schemas.microsoft.com/office/drawing/2014/main" id="{075F68B1-236A-ED18-55B6-523BCFA25A91}"/>
              </a:ext>
            </a:extLst>
          </p:cNvPr>
          <p:cNvSpPr>
            <a:spLocks noGrp="1"/>
          </p:cNvSpPr>
          <p:nvPr>
            <p:ph type="sldNum" sz="quarter" idx="12"/>
          </p:nvPr>
        </p:nvSpPr>
        <p:spPr>
          <a:xfrm>
            <a:off x="8610600" y="6113722"/>
            <a:ext cx="2743200" cy="607754"/>
          </a:xfrm>
        </p:spPr>
        <p:txBody>
          <a:bodyPr/>
          <a:lstStyle/>
          <a:p>
            <a:fld id="{F8C83006-B820-4A0E-83BB-52FDC78CC518}" type="slidenum">
              <a:rPr lang="en-IN" smtClean="0"/>
              <a:t>4</a:t>
            </a:fld>
            <a:endParaRPr lang="en-IN"/>
          </a:p>
        </p:txBody>
      </p:sp>
      <p:sp>
        <p:nvSpPr>
          <p:cNvPr id="9" name="Content Placeholder 8">
            <a:extLst>
              <a:ext uri="{FF2B5EF4-FFF2-40B4-BE49-F238E27FC236}">
                <a16:creationId xmlns:a16="http://schemas.microsoft.com/office/drawing/2014/main" id="{905CAE5A-A019-B15A-E18F-1F4987441540}"/>
              </a:ext>
            </a:extLst>
          </p:cNvPr>
          <p:cNvSpPr>
            <a:spLocks noGrp="1"/>
          </p:cNvSpPr>
          <p:nvPr>
            <p:ph idx="1"/>
          </p:nvPr>
        </p:nvSpPr>
        <p:spPr>
          <a:xfrm>
            <a:off x="838200" y="1825625"/>
            <a:ext cx="10591800" cy="1895770"/>
          </a:xfrm>
        </p:spPr>
        <p:txBody>
          <a:bodyPr>
            <a:normAutofit fontScale="25000" lnSpcReduction="20000"/>
          </a:bodyPr>
          <a:lstStyle/>
          <a:p>
            <a:pPr marL="0" indent="0">
              <a:lnSpc>
                <a:spcPct val="170000"/>
              </a:lnSpc>
              <a:buNone/>
            </a:pPr>
            <a:r>
              <a:rPr lang="en-US" sz="8000" dirty="0">
                <a:latin typeface="Times New Roman" panose="02020603050405020304" pitchFamily="18" charset="0"/>
                <a:cs typeface="Times New Roman" panose="02020603050405020304" pitchFamily="18" charset="0"/>
              </a:rPr>
              <a:t>                        People use many digital apps every day, but these systems don’t truly understand their habits, emotions, or preferences. As a result, users face repetitive tasks, lack of personalization, and risk of data misuse. Existing AI assistants can help with simple queries but cannot provide secure, personalized experiences. Therefore, there is a need for an AI powered personal digital twin that can learn from the user, adapt to their behavior, and protect their personal data at the same time.</a:t>
            </a:r>
          </a:p>
          <a:p>
            <a:pPr marL="0" indent="0">
              <a:buNone/>
            </a:pPr>
            <a:endParaRPr lang="en-US" dirty="0"/>
          </a:p>
        </p:txBody>
      </p:sp>
    </p:spTree>
    <p:extLst>
      <p:ext uri="{BB962C8B-B14F-4D97-AF65-F5344CB8AC3E}">
        <p14:creationId xmlns:p14="http://schemas.microsoft.com/office/powerpoint/2010/main" val="1731691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928" y="299113"/>
            <a:ext cx="9574698" cy="1089805"/>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I</a:t>
            </a:r>
            <a:r>
              <a:rPr lang="en-US" sz="2800" b="1" dirty="0">
                <a:latin typeface="Times New Roman" panose="02020603050405020304" pitchFamily="18" charset="0"/>
                <a:cs typeface="Times New Roman" panose="02020603050405020304" pitchFamily="18" charset="0"/>
              </a:rPr>
              <a:t>NTRODUCTION</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659220" y="1208212"/>
            <a:ext cx="10845210" cy="518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spcBef>
                <a:spcPct val="0"/>
              </a:spcBef>
              <a:spcAft>
                <a:spcPct val="0"/>
              </a:spcAft>
              <a:buFont typeface="Wingdings" panose="05000000000000000000" pitchFamily="2" charset="2"/>
              <a:buChar char="v"/>
            </a:pPr>
            <a:r>
              <a:rPr lang="en-US" sz="2000" dirty="0" err="1">
                <a:latin typeface="Times New Roman" panose="02020603050405020304" pitchFamily="18" charset="0"/>
                <a:cs typeface="Times New Roman" panose="02020603050405020304" pitchFamily="18" charset="0"/>
              </a:rPr>
              <a:t>Replimate</a:t>
            </a:r>
            <a:r>
              <a:rPr lang="en-US" sz="2000" dirty="0">
                <a:latin typeface="Times New Roman" panose="02020603050405020304" pitchFamily="18" charset="0"/>
                <a:cs typeface="Times New Roman" panose="02020603050405020304" pitchFamily="18" charset="0"/>
              </a:rPr>
              <a:t> is an AI-powered personal digital twin designed to understand and replicate a user’s personality, behavior, and communication style.</a:t>
            </a:r>
          </a:p>
          <a:p>
            <a:pPr algn="just" eaLnBrk="0" fontAlgn="base" hangingPunct="0">
              <a:spcBef>
                <a:spcPct val="0"/>
              </a:spcBef>
              <a:spcAft>
                <a:spcPct val="0"/>
              </a:spcAft>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It continuously learns from user interactions to provide highly personalized assistance in daily tasks, education, and professional work.</a:t>
            </a:r>
          </a:p>
          <a:p>
            <a:pPr algn="just" eaLnBrk="0" fontAlgn="base" hangingPunct="0">
              <a:spcBef>
                <a:spcPct val="0"/>
              </a:spcBef>
              <a:spcAft>
                <a:spcPct val="0"/>
              </a:spcAft>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The system uses advanced Machine Learning and Large Language Models to communicate naturally and intelligently with users.</a:t>
            </a:r>
          </a:p>
          <a:p>
            <a:pPr algn="just" eaLnBrk="0" fontAlgn="base" hangingPunct="0">
              <a:spcBef>
                <a:spcPct val="0"/>
              </a:spcBef>
              <a:spcAft>
                <a:spcPct val="0"/>
              </a:spcAft>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Replimate</a:t>
            </a:r>
            <a:r>
              <a:rPr lang="en-US" sz="2000" dirty="0">
                <a:latin typeface="Times New Roman" panose="02020603050405020304" pitchFamily="18" charset="0"/>
                <a:cs typeface="Times New Roman" panose="02020603050405020304" pitchFamily="18" charset="0"/>
              </a:rPr>
              <a:t> can manage reminders, summarize notes, track preferences, and offer smart recommendations tailored to individual needs.</a:t>
            </a:r>
          </a:p>
          <a:p>
            <a:pPr algn="just" eaLnBrk="0" fontAlgn="base" hangingPunct="0">
              <a:spcBef>
                <a:spcPct val="0"/>
              </a:spcBef>
              <a:spcAft>
                <a:spcPct val="0"/>
              </a:spcAft>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User privacy is a top priority, ensured through AES-256 encryption, federated learning, and differential privacy techniques.</a:t>
            </a:r>
          </a:p>
          <a:p>
            <a:pPr algn="just" eaLnBrk="0" fontAlgn="base" hangingPunct="0">
              <a:spcBef>
                <a:spcPct val="0"/>
              </a:spcBef>
              <a:spcAft>
                <a:spcPct val="0"/>
              </a:spcAft>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The project aims to create a secure, evolving AI companion that grows with the user and enhances productivity, learning, and everyday life.</a:t>
            </a:r>
          </a:p>
          <a:p>
            <a:pPr algn="just" eaLnBrk="0" fontAlgn="base" hangingPunct="0">
              <a:spcBef>
                <a:spcPct val="0"/>
              </a:spcBef>
              <a:spcAft>
                <a:spcPct val="0"/>
              </a:spcAft>
              <a:buFont typeface="Wingdings" panose="05000000000000000000" pitchFamily="2" charset="2"/>
              <a:buChar char="v"/>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0" name="Footer Placeholder 6">
            <a:extLst>
              <a:ext uri="{FF2B5EF4-FFF2-40B4-BE49-F238E27FC236}">
                <a16:creationId xmlns:a16="http://schemas.microsoft.com/office/drawing/2014/main" id="{8985EA50-BF66-B384-EA90-50A99CDC9ACE}"/>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11" name="Date Placeholder 7">
            <a:extLst>
              <a:ext uri="{FF2B5EF4-FFF2-40B4-BE49-F238E27FC236}">
                <a16:creationId xmlns:a16="http://schemas.microsoft.com/office/drawing/2014/main" id="{EE3F621B-CB7A-61EA-8DA4-C7941ABF6885}"/>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12" name="Slide Number Placeholder 5">
            <a:extLst>
              <a:ext uri="{FF2B5EF4-FFF2-40B4-BE49-F238E27FC236}">
                <a16:creationId xmlns:a16="http://schemas.microsoft.com/office/drawing/2014/main" id="{43CE0865-B1AD-773F-3C06-FE48B54A471C}"/>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5</a:t>
            </a:fld>
            <a:endParaRPr lang="en-IN"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06A58-A910-90EE-C1CE-AF06C63895F1}"/>
              </a:ext>
            </a:extLst>
          </p:cNvPr>
          <p:cNvSpPr>
            <a:spLocks noGrp="1"/>
          </p:cNvSpPr>
          <p:nvPr>
            <p:ph type="title"/>
          </p:nvPr>
        </p:nvSpPr>
        <p:spPr>
          <a:xfrm>
            <a:off x="783265" y="500062"/>
            <a:ext cx="10515600" cy="1325563"/>
          </a:xfrm>
        </p:spPr>
        <p:txBody>
          <a:bodyPr>
            <a:normAutofit/>
          </a:bodyPr>
          <a:lstStyle/>
          <a:p>
            <a:r>
              <a:rPr lang="en-US" sz="2800" b="1" dirty="0">
                <a:latin typeface="Times New Roman" panose="02020603050405020304" pitchFamily="18" charset="0"/>
                <a:cs typeface="Times New Roman" panose="02020603050405020304" pitchFamily="18" charset="0"/>
              </a:rPr>
              <a:t>UTILITY OF THE PROBLEM</a:t>
            </a:r>
            <a:endParaRPr lang="en-US" sz="2800" dirty="0"/>
          </a:p>
        </p:txBody>
      </p:sp>
      <p:sp>
        <p:nvSpPr>
          <p:cNvPr id="3" name="Content Placeholder 2">
            <a:extLst>
              <a:ext uri="{FF2B5EF4-FFF2-40B4-BE49-F238E27FC236}">
                <a16:creationId xmlns:a16="http://schemas.microsoft.com/office/drawing/2014/main" id="{69C7568F-43E2-5638-DE9E-4BECACCD9EBF}"/>
              </a:ext>
            </a:extLst>
          </p:cNvPr>
          <p:cNvSpPr>
            <a:spLocks noGrp="1"/>
          </p:cNvSpPr>
          <p:nvPr>
            <p:ph idx="1"/>
          </p:nvPr>
        </p:nvSpPr>
        <p:spPr>
          <a:xfrm>
            <a:off x="838200" y="1573619"/>
            <a:ext cx="10515600" cy="4603344"/>
          </a:xfrm>
        </p:spPr>
        <p:txBody>
          <a:bodyPr/>
          <a:lstStyle/>
          <a:p>
            <a:pPr marL="0" lvl="0" indent="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Provides a personalized digital assistant that understands and adapts to the user.</a:t>
            </a:r>
          </a:p>
          <a:p>
            <a:pPr marL="0" lvl="0" indent="0"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Helps in managing daily tasks, reminders, and learning activities efficiently.</a:t>
            </a:r>
          </a:p>
          <a:p>
            <a:pPr marL="0" lvl="0" indent="0"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Improves productivity and emotional well-being through intelligent suggestions.</a:t>
            </a:r>
          </a:p>
          <a:p>
            <a:pPr marL="0" lvl="0" indent="0"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Ensures data privacy and security using AES-256 encryption. </a:t>
            </a:r>
            <a:endParaRPr lang="en-US" sz="2000" dirty="0"/>
          </a:p>
        </p:txBody>
      </p:sp>
      <p:sp>
        <p:nvSpPr>
          <p:cNvPr id="4" name="Date Placeholder 3">
            <a:extLst>
              <a:ext uri="{FF2B5EF4-FFF2-40B4-BE49-F238E27FC236}">
                <a16:creationId xmlns:a16="http://schemas.microsoft.com/office/drawing/2014/main" id="{3245CB25-B4E6-362C-2976-BC4DFA6C59CB}"/>
              </a:ext>
            </a:extLst>
          </p:cNvPr>
          <p:cNvSpPr>
            <a:spLocks noGrp="1"/>
          </p:cNvSpPr>
          <p:nvPr>
            <p:ph type="dt" sz="half" idx="10"/>
          </p:nvPr>
        </p:nvSpPr>
        <p:spPr/>
        <p:txBody>
          <a:bodyPr/>
          <a:lstStyle/>
          <a:p>
            <a:fld id="{67334BF2-EC4E-4273-82B1-522AD1FC4259}" type="datetime1">
              <a:rPr lang="en-IN" smtClean="0"/>
              <a:t>07-04-2026</a:t>
            </a:fld>
            <a:endParaRPr lang="en-IN" dirty="0"/>
          </a:p>
        </p:txBody>
      </p:sp>
      <p:sp>
        <p:nvSpPr>
          <p:cNvPr id="5" name="Footer Placeholder 4">
            <a:extLst>
              <a:ext uri="{FF2B5EF4-FFF2-40B4-BE49-F238E27FC236}">
                <a16:creationId xmlns:a16="http://schemas.microsoft.com/office/drawing/2014/main" id="{362EF75D-6307-D861-A0B7-C98240C9180E}"/>
              </a:ext>
            </a:extLst>
          </p:cNvPr>
          <p:cNvSpPr>
            <a:spLocks noGrp="1"/>
          </p:cNvSpPr>
          <p:nvPr>
            <p:ph type="ftr" sz="quarter" idx="11"/>
          </p:nvPr>
        </p:nvSpPr>
        <p:spPr/>
        <p:txBody>
          <a:bodyPr/>
          <a:lstStyle/>
          <a:p>
            <a:r>
              <a:rPr lang="en-US"/>
              <a:t>Department of CSE-AIML , ACET (P3)</a:t>
            </a:r>
            <a:endParaRPr lang="en-IN"/>
          </a:p>
        </p:txBody>
      </p:sp>
      <p:sp>
        <p:nvSpPr>
          <p:cNvPr id="6" name="Slide Number Placeholder 5">
            <a:extLst>
              <a:ext uri="{FF2B5EF4-FFF2-40B4-BE49-F238E27FC236}">
                <a16:creationId xmlns:a16="http://schemas.microsoft.com/office/drawing/2014/main" id="{5B24FDD8-D412-A4D3-F833-545CC1FE7369}"/>
              </a:ext>
            </a:extLst>
          </p:cNvPr>
          <p:cNvSpPr>
            <a:spLocks noGrp="1"/>
          </p:cNvSpPr>
          <p:nvPr>
            <p:ph type="sldNum" sz="quarter" idx="12"/>
          </p:nvPr>
        </p:nvSpPr>
        <p:spPr/>
        <p:txBody>
          <a:bodyPr/>
          <a:lstStyle/>
          <a:p>
            <a:fld id="{F8C83006-B820-4A0E-83BB-52FDC78CC518}" type="slidenum">
              <a:rPr lang="en-IN" smtClean="0"/>
              <a:t>6</a:t>
            </a:fld>
            <a:endParaRPr lang="en-IN"/>
          </a:p>
        </p:txBody>
      </p:sp>
    </p:spTree>
    <p:extLst>
      <p:ext uri="{BB962C8B-B14F-4D97-AF65-F5344CB8AC3E}">
        <p14:creationId xmlns:p14="http://schemas.microsoft.com/office/powerpoint/2010/main" val="2834591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64482-0E43-746C-1084-8372B68D216B}"/>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MOTIVATION BEHIND PROBLEM SELECTION</a:t>
            </a:r>
            <a:endParaRPr lang="en-US" sz="2800" dirty="0"/>
          </a:p>
        </p:txBody>
      </p:sp>
      <p:sp>
        <p:nvSpPr>
          <p:cNvPr id="3" name="Content Placeholder 2">
            <a:extLst>
              <a:ext uri="{FF2B5EF4-FFF2-40B4-BE49-F238E27FC236}">
                <a16:creationId xmlns:a16="http://schemas.microsoft.com/office/drawing/2014/main" id="{D5A5A316-84D1-8674-3E22-218AD3F8C6D5}"/>
              </a:ext>
            </a:extLst>
          </p:cNvPr>
          <p:cNvSpPr>
            <a:spLocks noGrp="1"/>
          </p:cNvSpPr>
          <p:nvPr>
            <p:ph idx="1"/>
          </p:nvPr>
        </p:nvSpPr>
        <p:spPr>
          <a:xfrm>
            <a:off x="838200" y="1499192"/>
            <a:ext cx="10515600" cy="4677772"/>
          </a:xfrm>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Existing AI systems like Siri, Alexa, and Google Assistant provide only surface-level assistance and do not learn from a user’s personality or history. Recent research in digital twins, federated learning, and LLMs (e.g., OpenAI GPT, IBM Granite) has demonstrated the potential for deeper personalization but lacks secure personal memory systems.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The motivation behind </a:t>
            </a:r>
            <a:r>
              <a:rPr lang="en-US" sz="2000" dirty="0" err="1">
                <a:latin typeface="Times New Roman" panose="02020603050405020304" pitchFamily="18" charset="0"/>
                <a:cs typeface="Times New Roman" panose="02020603050405020304" pitchFamily="18" charset="0"/>
              </a:rPr>
              <a:t>Replimate</a:t>
            </a:r>
            <a:r>
              <a:rPr lang="en-US" sz="2000" dirty="0">
                <a:latin typeface="Times New Roman" panose="02020603050405020304" pitchFamily="18" charset="0"/>
                <a:cs typeface="Times New Roman" panose="02020603050405020304" pitchFamily="18" charset="0"/>
              </a:rPr>
              <a:t> arises from bridging this gap — to design an AI that acts as an extension of Self while ensuring data privacy, ethical learning, and emotional intelligence. The literature survey indicates limited implementations combining these aspects, highlighting strong research potential and societal relevance.</a:t>
            </a:r>
          </a:p>
          <a:p>
            <a:pPr marL="0" indent="0">
              <a:lnSpc>
                <a:spcPct val="150000"/>
              </a:lnSpc>
              <a:buNone/>
            </a:pPr>
            <a:endParaRPr lang="en-US"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75A7A0F-E14A-6F2F-410B-029E718A4396}"/>
              </a:ext>
            </a:extLst>
          </p:cNvPr>
          <p:cNvSpPr>
            <a:spLocks noGrp="1"/>
          </p:cNvSpPr>
          <p:nvPr>
            <p:ph type="dt" sz="half" idx="10"/>
          </p:nvPr>
        </p:nvSpPr>
        <p:spPr/>
        <p:txBody>
          <a:bodyPr/>
          <a:lstStyle/>
          <a:p>
            <a:fld id="{67334BF2-EC4E-4273-82B1-522AD1FC4259}" type="datetime1">
              <a:rPr lang="en-IN" smtClean="0"/>
              <a:t>07-04-2026</a:t>
            </a:fld>
            <a:endParaRPr lang="en-IN"/>
          </a:p>
        </p:txBody>
      </p:sp>
      <p:sp>
        <p:nvSpPr>
          <p:cNvPr id="5" name="Footer Placeholder 4">
            <a:extLst>
              <a:ext uri="{FF2B5EF4-FFF2-40B4-BE49-F238E27FC236}">
                <a16:creationId xmlns:a16="http://schemas.microsoft.com/office/drawing/2014/main" id="{3457CE73-3347-D071-33AC-B957C58EC4EF}"/>
              </a:ext>
            </a:extLst>
          </p:cNvPr>
          <p:cNvSpPr>
            <a:spLocks noGrp="1"/>
          </p:cNvSpPr>
          <p:nvPr>
            <p:ph type="ftr" sz="quarter" idx="11"/>
          </p:nvPr>
        </p:nvSpPr>
        <p:spPr/>
        <p:txBody>
          <a:bodyPr/>
          <a:lstStyle/>
          <a:p>
            <a:r>
              <a:rPr lang="en-US"/>
              <a:t>Department of CSE-AIML , ACET (P3)</a:t>
            </a:r>
            <a:endParaRPr lang="en-IN"/>
          </a:p>
        </p:txBody>
      </p:sp>
      <p:sp>
        <p:nvSpPr>
          <p:cNvPr id="6" name="Slide Number Placeholder 5">
            <a:extLst>
              <a:ext uri="{FF2B5EF4-FFF2-40B4-BE49-F238E27FC236}">
                <a16:creationId xmlns:a16="http://schemas.microsoft.com/office/drawing/2014/main" id="{25667EAA-D1CC-73BA-45D9-DEB47ED7C84D}"/>
              </a:ext>
            </a:extLst>
          </p:cNvPr>
          <p:cNvSpPr>
            <a:spLocks noGrp="1"/>
          </p:cNvSpPr>
          <p:nvPr>
            <p:ph type="sldNum" sz="quarter" idx="12"/>
          </p:nvPr>
        </p:nvSpPr>
        <p:spPr/>
        <p:txBody>
          <a:bodyPr/>
          <a:lstStyle/>
          <a:p>
            <a:fld id="{F8C83006-B820-4A0E-83BB-52FDC78CC518}" type="slidenum">
              <a:rPr lang="en-IN" smtClean="0"/>
              <a:t>7</a:t>
            </a:fld>
            <a:endParaRPr lang="en-IN"/>
          </a:p>
        </p:txBody>
      </p:sp>
    </p:spTree>
    <p:extLst>
      <p:ext uri="{BB962C8B-B14F-4D97-AF65-F5344CB8AC3E}">
        <p14:creationId xmlns:p14="http://schemas.microsoft.com/office/powerpoint/2010/main" val="1290974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12993"/>
            <a:ext cx="10822858" cy="736088"/>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L</a:t>
            </a:r>
            <a:r>
              <a:rPr lang="en-US" sz="2800" b="1" dirty="0">
                <a:latin typeface="Times New Roman" panose="02020603050405020304" pitchFamily="18" charset="0"/>
                <a:cs typeface="Times New Roman" panose="02020603050405020304" pitchFamily="18" charset="0"/>
              </a:rPr>
              <a:t>ITERATURE SURVEY</a:t>
            </a:r>
            <a:endParaRPr lang="en-IN" sz="2800" b="1" dirty="0">
              <a:latin typeface="Times New Roman" panose="02020603050405020304" pitchFamily="18" charset="0"/>
              <a:cs typeface="Times New Roman" panose="02020603050405020304" pitchFamily="18" charset="0"/>
            </a:endParaRP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476605960"/>
              </p:ext>
            </p:extLst>
          </p:nvPr>
        </p:nvGraphicFramePr>
        <p:xfrm>
          <a:off x="262041" y="965998"/>
          <a:ext cx="11664488" cy="5351781"/>
        </p:xfrm>
        <a:graphic>
          <a:graphicData uri="http://schemas.openxmlformats.org/drawingml/2006/table">
            <a:tbl>
              <a:tblPr firstRow="1" bandRow="1">
                <a:tableStyleId>{073A0DAA-6AF3-43AB-8588-CEC1D06C72B9}</a:tableStyleId>
              </a:tblPr>
              <a:tblGrid>
                <a:gridCol w="657252">
                  <a:extLst>
                    <a:ext uri="{9D8B030D-6E8A-4147-A177-3AD203B41FA5}">
                      <a16:colId xmlns:a16="http://schemas.microsoft.com/office/drawing/2014/main" val="20000"/>
                    </a:ext>
                  </a:extLst>
                </a:gridCol>
                <a:gridCol w="2883656">
                  <a:extLst>
                    <a:ext uri="{9D8B030D-6E8A-4147-A177-3AD203B41FA5}">
                      <a16:colId xmlns:a16="http://schemas.microsoft.com/office/drawing/2014/main" val="20001"/>
                    </a:ext>
                  </a:extLst>
                </a:gridCol>
                <a:gridCol w="1495255">
                  <a:extLst>
                    <a:ext uri="{9D8B030D-6E8A-4147-A177-3AD203B41FA5}">
                      <a16:colId xmlns:a16="http://schemas.microsoft.com/office/drawing/2014/main" val="20002"/>
                    </a:ext>
                  </a:extLst>
                </a:gridCol>
                <a:gridCol w="3651912">
                  <a:extLst>
                    <a:ext uri="{9D8B030D-6E8A-4147-A177-3AD203B41FA5}">
                      <a16:colId xmlns:a16="http://schemas.microsoft.com/office/drawing/2014/main" val="20003"/>
                    </a:ext>
                  </a:extLst>
                </a:gridCol>
                <a:gridCol w="2976413">
                  <a:extLst>
                    <a:ext uri="{9D8B030D-6E8A-4147-A177-3AD203B41FA5}">
                      <a16:colId xmlns:a16="http://schemas.microsoft.com/office/drawing/2014/main" val="20004"/>
                    </a:ext>
                  </a:extLst>
                </a:gridCol>
              </a:tblGrid>
              <a:tr h="618705">
                <a:tc>
                  <a:txBody>
                    <a:bodyPr/>
                    <a:lstStyle/>
                    <a:p>
                      <a:r>
                        <a:rPr lang="en-IN" sz="1600" dirty="0" err="1">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marL="77801" marR="77801"/>
                </a:tc>
                <a:tc>
                  <a:txBody>
                    <a:bodyPr/>
                    <a:lstStyle/>
                    <a:p>
                      <a:r>
                        <a:rPr lang="en-IN" sz="1600" dirty="0">
                          <a:latin typeface="Times New Roman" panose="02020603050405020304" pitchFamily="18" charset="0"/>
                          <a:cs typeface="Times New Roman" panose="02020603050405020304" pitchFamily="18" charset="0"/>
                        </a:rPr>
                        <a:t>               Title</a:t>
                      </a:r>
                    </a:p>
                  </a:txBody>
                  <a:tcPr marL="77801" marR="77801">
                    <a:solidFill>
                      <a:schemeClr val="tx1"/>
                    </a:solidFill>
                  </a:tcPr>
                </a:tc>
                <a:tc>
                  <a:txBody>
                    <a:bodyPr/>
                    <a:lstStyle/>
                    <a:p>
                      <a:r>
                        <a:rPr lang="en-IN" sz="1600" dirty="0">
                          <a:latin typeface="Times New Roman" panose="02020603050405020304" pitchFamily="18" charset="0"/>
                          <a:cs typeface="Times New Roman" panose="02020603050405020304" pitchFamily="18" charset="0"/>
                        </a:rPr>
                        <a:t>Publication &amp; Year</a:t>
                      </a:r>
                    </a:p>
                  </a:txBody>
                  <a:tcPr marL="77801" marR="77801"/>
                </a:tc>
                <a:tc>
                  <a:txBody>
                    <a:bodyPr/>
                    <a:lstStyle/>
                    <a:p>
                      <a:r>
                        <a:rPr lang="en-IN" sz="1600" dirty="0">
                          <a:latin typeface="Times New Roman" panose="02020603050405020304" pitchFamily="18" charset="0"/>
                          <a:cs typeface="Times New Roman" panose="02020603050405020304" pitchFamily="18" charset="0"/>
                        </a:rPr>
                        <a:t>  Observations</a:t>
                      </a:r>
                    </a:p>
                  </a:txBody>
                  <a:tcPr marL="77801" marR="77801"/>
                </a:tc>
                <a:tc>
                  <a:txBody>
                    <a:bodyPr/>
                    <a:lstStyle/>
                    <a:p>
                      <a:r>
                        <a:rPr lang="en-IN" sz="1600" dirty="0">
                          <a:latin typeface="Times New Roman" panose="02020603050405020304" pitchFamily="18" charset="0"/>
                          <a:cs typeface="Times New Roman" panose="02020603050405020304" pitchFamily="18" charset="0"/>
                        </a:rPr>
                        <a:t>Limitations</a:t>
                      </a:r>
                    </a:p>
                  </a:txBody>
                  <a:tcPr marL="77801" marR="77801"/>
                </a:tc>
                <a:extLst>
                  <a:ext uri="{0D108BD9-81ED-4DB2-BD59-A6C34878D82A}">
                    <a16:rowId xmlns:a16="http://schemas.microsoft.com/office/drawing/2014/main" val="10000"/>
                  </a:ext>
                </a:extLst>
              </a:tr>
              <a:tr h="1480115">
                <a:tc>
                  <a:txBody>
                    <a:bodyPr/>
                    <a:lstStyle/>
                    <a:p>
                      <a:r>
                        <a:rPr lang="en-IN" sz="1600" dirty="0">
                          <a:latin typeface="Times New Roman" panose="02020603050405020304" pitchFamily="18" charset="0"/>
                          <a:cs typeface="Times New Roman" panose="02020603050405020304" pitchFamily="18" charset="0"/>
                        </a:rPr>
                        <a:t>1.</a:t>
                      </a:r>
                    </a:p>
                  </a:txBody>
                  <a:tcPr marL="77801" marR="77801"/>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600" dirty="0">
                        <a:latin typeface="Times New Roman" panose="02020603050405020304" pitchFamily="18"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r>
                        <a:rPr lang="en-US" sz="1600" dirty="0">
                          <a:latin typeface="Times New Roman" panose="02020603050405020304" pitchFamily="18" charset="0"/>
                          <a:cs typeface="Times New Roman" panose="02020603050405020304" pitchFamily="18" charset="0"/>
                        </a:rPr>
                        <a:t>Retrieval-Augmented Generation for Knowledge-Intensive NLP Tasks</a:t>
                      </a:r>
                      <a:endParaRPr lang="en-IN" sz="1600" dirty="0">
                        <a:latin typeface="Times New Roman" panose="02020603050405020304" pitchFamily="18" charset="0"/>
                        <a:cs typeface="Times New Roman" panose="02020603050405020304" pitchFamily="18" charset="0"/>
                      </a:endParaRPr>
                    </a:p>
                  </a:txBody>
                  <a:tcPr marL="77801" marR="77801"/>
                </a:tc>
                <a:tc>
                  <a:txBody>
                    <a:bodyPr/>
                    <a:lstStyle/>
                    <a:p>
                      <a:r>
                        <a:rPr lang="en-US" sz="1600" dirty="0" err="1">
                          <a:latin typeface="Times New Roman" panose="02020603050405020304" pitchFamily="18" charset="0"/>
                          <a:cs typeface="Times New Roman" panose="02020603050405020304" pitchFamily="18" charset="0"/>
                        </a:rPr>
                        <a:t>NeurIPS</a:t>
                      </a:r>
                      <a:r>
                        <a:rPr lang="en-US" sz="1600" dirty="0">
                          <a:latin typeface="Times New Roman" panose="02020603050405020304" pitchFamily="18" charset="0"/>
                          <a:cs typeface="Times New Roman" panose="02020603050405020304" pitchFamily="18" charset="0"/>
                        </a:rPr>
                        <a:t>, 2020</a:t>
                      </a:r>
                      <a:endParaRPr lang="en-IN" sz="1600" dirty="0">
                        <a:latin typeface="Times New Roman" panose="02020603050405020304" pitchFamily="18" charset="0"/>
                        <a:cs typeface="Times New Roman" panose="02020603050405020304" pitchFamily="18" charset="0"/>
                      </a:endParaRPr>
                    </a:p>
                  </a:txBody>
                  <a:tcPr marL="77801" marR="77801"/>
                </a:tc>
                <a:tc>
                  <a:txBody>
                    <a:bodyPr/>
                    <a:lstStyle/>
                    <a:p>
                      <a:pPr algn="just"/>
                      <a:r>
                        <a:rPr lang="en-US" sz="1600" dirty="0">
                          <a:latin typeface="Times New Roman" panose="02020603050405020304" pitchFamily="18" charset="0"/>
                          <a:cs typeface="Times New Roman" panose="02020603050405020304" pitchFamily="18" charset="0"/>
                        </a:rPr>
                        <a:t>Introduced RAG models that combine retrieval mechanisms with generative transformers to improve factual and context-based responses. Useful for building memory-aware AI assistants.</a:t>
                      </a:r>
                      <a:endParaRPr lang="en-IN" sz="1600" dirty="0">
                        <a:latin typeface="Times New Roman" panose="02020603050405020304" pitchFamily="18" charset="0"/>
                        <a:cs typeface="Times New Roman" panose="02020603050405020304" pitchFamily="18" charset="0"/>
                      </a:endParaRPr>
                    </a:p>
                  </a:txBody>
                  <a:tcPr marL="77801" marR="77801"/>
                </a:tc>
                <a:tc>
                  <a:txBody>
                    <a:bodyPr/>
                    <a:lstStyle/>
                    <a:p>
                      <a:pPr marL="0" marR="0" lvl="0" indent="0" algn="just" defTabSz="457200" rtl="0" eaLnBrk="1" fontAlgn="auto" latinLnBrk="0" hangingPunct="1">
                        <a:lnSpc>
                          <a:spcPct val="100000"/>
                        </a:lnSpc>
                        <a:spcBef>
                          <a:spcPts val="0"/>
                        </a:spcBef>
                        <a:spcAft>
                          <a:spcPts val="0"/>
                        </a:spcAft>
                        <a:buClrTx/>
                        <a:buSzTx/>
                        <a:buFontTx/>
                        <a:buNone/>
                        <a:defRPr/>
                      </a:pPr>
                      <a:r>
                        <a:rPr lang="en-US" sz="1600" dirty="0">
                          <a:latin typeface="Times New Roman" panose="02020603050405020304" pitchFamily="18" charset="0"/>
                          <a:cs typeface="Times New Roman" panose="02020603050405020304" pitchFamily="18" charset="0"/>
                        </a:rPr>
                        <a:t>Retrieval depends heavily on document quality and requires large-scale indexing for efficiency.</a:t>
                      </a:r>
                      <a:endParaRPr lang="en-IN" sz="1600" dirty="0">
                        <a:latin typeface="Times New Roman" panose="02020603050405020304" pitchFamily="18" charset="0"/>
                        <a:cs typeface="Times New Roman" panose="02020603050405020304" pitchFamily="18" charset="0"/>
                      </a:endParaRPr>
                    </a:p>
                  </a:txBody>
                  <a:tcPr marL="77801" marR="77801"/>
                </a:tc>
                <a:extLst>
                  <a:ext uri="{0D108BD9-81ED-4DB2-BD59-A6C34878D82A}">
                    <a16:rowId xmlns:a16="http://schemas.microsoft.com/office/drawing/2014/main" val="10001"/>
                  </a:ext>
                </a:extLst>
              </a:tr>
              <a:tr h="1573618">
                <a:tc>
                  <a:txBody>
                    <a:bodyPr/>
                    <a:lstStyle/>
                    <a:p>
                      <a:r>
                        <a:rPr lang="en-IN" sz="1600" dirty="0">
                          <a:latin typeface="Times New Roman" panose="02020603050405020304" pitchFamily="18" charset="0"/>
                          <a:cs typeface="Times New Roman" panose="02020603050405020304" pitchFamily="18" charset="0"/>
                        </a:rPr>
                        <a:t>2.</a:t>
                      </a:r>
                    </a:p>
                  </a:txBody>
                  <a:tcPr marL="77801" marR="7780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Attention Is All You Need</a:t>
                      </a:r>
                    </a:p>
                    <a:p>
                      <a:pPr>
                        <a:buNone/>
                      </a:pP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en-US" sz="1600" dirty="0" err="1">
                          <a:latin typeface="Times New Roman" panose="02020603050405020304" pitchFamily="18" charset="0"/>
                          <a:cs typeface="Times New Roman" panose="02020603050405020304" pitchFamily="18" charset="0"/>
                        </a:rPr>
                        <a:t>NeurIPS</a:t>
                      </a:r>
                      <a:r>
                        <a:rPr lang="en-US" sz="1600" dirty="0">
                          <a:latin typeface="Times New Roman" panose="02020603050405020304" pitchFamily="18" charset="0"/>
                          <a:cs typeface="Times New Roman" panose="02020603050405020304" pitchFamily="18" charset="0"/>
                        </a:rPr>
                        <a:t>, 2017</a:t>
                      </a:r>
                      <a:endParaRPr lang="en-IN" sz="1600" dirty="0">
                        <a:latin typeface="Times New Roman" panose="02020603050405020304" pitchFamily="18" charset="0"/>
                        <a:cs typeface="Times New Roman" panose="02020603050405020304" pitchFamily="18" charset="0"/>
                      </a:endParaRPr>
                    </a:p>
                  </a:txBody>
                  <a:tcPr marL="77801" marR="77801"/>
                </a:tc>
                <a:tc>
                  <a:txBody>
                    <a:bodyPr/>
                    <a:lstStyle/>
                    <a:p>
                      <a:pPr algn="just"/>
                      <a:r>
                        <a:rPr lang="en-US" sz="1600" dirty="0">
                          <a:latin typeface="Times New Roman" panose="02020603050405020304" pitchFamily="18" charset="0"/>
                          <a:cs typeface="Times New Roman" panose="02020603050405020304" pitchFamily="18" charset="0"/>
                        </a:rPr>
                        <a:t>Proposed the Transformer architecture using self-attention, enabling better language understanding and sequence modeling. Foundation for modern LLMs.</a:t>
                      </a:r>
                      <a:endParaRPr lang="en-IN" sz="1600" dirty="0">
                        <a:latin typeface="Times New Roman" panose="02020603050405020304" pitchFamily="18" charset="0"/>
                        <a:cs typeface="Times New Roman" panose="02020603050405020304" pitchFamily="18" charset="0"/>
                      </a:endParaRPr>
                    </a:p>
                  </a:txBody>
                  <a:tcPr marL="77801" marR="77801"/>
                </a:tc>
                <a:tc>
                  <a:txBody>
                    <a:bodyPr/>
                    <a:lstStyle/>
                    <a:p>
                      <a:pPr marL="0" marR="0" lvl="0" indent="0" algn="just" defTabSz="457200" rtl="0" eaLnBrk="1" fontAlgn="auto" latinLnBrk="0" hangingPunct="1">
                        <a:lnSpc>
                          <a:spcPct val="100000"/>
                        </a:lnSpc>
                        <a:spcBef>
                          <a:spcPts val="0"/>
                        </a:spcBef>
                        <a:spcAft>
                          <a:spcPts val="0"/>
                        </a:spcAft>
                        <a:buClrTx/>
                        <a:buSzTx/>
                        <a:buFontTx/>
                        <a:buNone/>
                        <a:defRPr/>
                      </a:pPr>
                      <a:r>
                        <a:rPr lang="en-US" sz="1600" dirty="0">
                          <a:latin typeface="Times New Roman" panose="02020603050405020304" pitchFamily="18" charset="0"/>
                          <a:cs typeface="Times New Roman" panose="02020603050405020304" pitchFamily="18" charset="0"/>
                        </a:rPr>
                        <a:t>Requires high computational resources and large datasets for training effectively.</a:t>
                      </a:r>
                      <a:endParaRPr lang="en-IN" sz="1600" dirty="0">
                        <a:latin typeface="Times New Roman" panose="02020603050405020304" pitchFamily="18" charset="0"/>
                        <a:cs typeface="Times New Roman" panose="02020603050405020304" pitchFamily="18" charset="0"/>
                      </a:endParaRPr>
                    </a:p>
                  </a:txBody>
                  <a:tcPr marL="77801" marR="77801"/>
                </a:tc>
                <a:extLst>
                  <a:ext uri="{0D108BD9-81ED-4DB2-BD59-A6C34878D82A}">
                    <a16:rowId xmlns:a16="http://schemas.microsoft.com/office/drawing/2014/main" val="10002"/>
                  </a:ext>
                </a:extLst>
              </a:tr>
              <a:tr h="1679343">
                <a:tc>
                  <a:txBody>
                    <a:bodyPr/>
                    <a:lstStyle/>
                    <a:p>
                      <a:r>
                        <a:rPr lang="en-IN" sz="1600" dirty="0">
                          <a:latin typeface="Times New Roman" panose="02020603050405020304" pitchFamily="18" charset="0"/>
                          <a:cs typeface="Times New Roman" panose="02020603050405020304" pitchFamily="18" charset="0"/>
                        </a:rPr>
                        <a:t>3.</a:t>
                      </a:r>
                    </a:p>
                  </a:txBody>
                  <a:tcPr marL="77801" marR="77801"/>
                </a:tc>
                <a:tc>
                  <a:txBody>
                    <a:bodyPr/>
                    <a:lstStyle/>
                    <a:p>
                      <a:r>
                        <a:rPr lang="en-US" sz="1600" dirty="0">
                          <a:latin typeface="Times New Roman" panose="02020603050405020304" pitchFamily="18" charset="0"/>
                          <a:cs typeface="Times New Roman" panose="02020603050405020304" pitchFamily="18" charset="0"/>
                        </a:rPr>
                        <a:t>BERT: Pre-training of Deep Bidirectional Transformers for Language Understanding</a:t>
                      </a:r>
                      <a:endParaRPr lang="en-IN" sz="1600" dirty="0">
                        <a:latin typeface="Times New Roman" panose="02020603050405020304" pitchFamily="18" charset="0"/>
                        <a:cs typeface="Times New Roman" panose="02020603050405020304" pitchFamily="18" charset="0"/>
                      </a:endParaRPr>
                    </a:p>
                  </a:txBody>
                  <a:tcPr marL="77801" marR="77801"/>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600" dirty="0">
                          <a:latin typeface="Times New Roman" panose="02020603050405020304" pitchFamily="18" charset="0"/>
                          <a:cs typeface="Times New Roman" panose="02020603050405020304" pitchFamily="18" charset="0"/>
                        </a:rPr>
                        <a:t>NAACL-HLT, 2019</a:t>
                      </a:r>
                      <a:endParaRPr lang="en-IN" sz="1600" dirty="0">
                        <a:latin typeface="Times New Roman" panose="02020603050405020304" pitchFamily="18" charset="0"/>
                        <a:cs typeface="Times New Roman" panose="02020603050405020304" pitchFamily="18" charset="0"/>
                      </a:endParaRPr>
                    </a:p>
                  </a:txBody>
                  <a:tcPr marL="77801" marR="77801"/>
                </a:tc>
                <a:tc>
                  <a:txBody>
                    <a:bodyPr/>
                    <a:lstStyle/>
                    <a:p>
                      <a:pPr algn="just"/>
                      <a:r>
                        <a:rPr lang="en-US" sz="1600" dirty="0">
                          <a:latin typeface="Times New Roman" panose="02020603050405020304" pitchFamily="18" charset="0"/>
                          <a:cs typeface="Times New Roman" panose="02020603050405020304" pitchFamily="18" charset="0"/>
                        </a:rPr>
                        <a:t>Developed a bidirectional transformer model for deep contextual language understanding, improving NLP tasks like classification and question answering.</a:t>
                      </a:r>
                      <a:endParaRPr lang="en-IN" sz="1600" dirty="0">
                        <a:latin typeface="Times New Roman" panose="02020603050405020304" pitchFamily="18" charset="0"/>
                        <a:cs typeface="Times New Roman" panose="02020603050405020304" pitchFamily="18" charset="0"/>
                      </a:endParaRPr>
                    </a:p>
                  </a:txBody>
                  <a:tcPr marL="77801" marR="77801"/>
                </a:tc>
                <a:tc>
                  <a:txBody>
                    <a:bodyPr/>
                    <a:lstStyle/>
                    <a:p>
                      <a:pPr algn="just"/>
                      <a:r>
                        <a:rPr lang="en-US" sz="1600" dirty="0">
                          <a:latin typeface="Times New Roman" panose="02020603050405020304" pitchFamily="18" charset="0"/>
                          <a:cs typeface="Times New Roman" panose="02020603050405020304" pitchFamily="18" charset="0"/>
                        </a:rPr>
                        <a:t>BERT is not generative and requires fine-tuning for specific tasks and personalization.</a:t>
                      </a:r>
                      <a:endParaRPr lang="en-US" sz="16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marL="77801" marR="77801"/>
                </a:tc>
                <a:extLst>
                  <a:ext uri="{0D108BD9-81ED-4DB2-BD59-A6C34878D82A}">
                    <a16:rowId xmlns:a16="http://schemas.microsoft.com/office/drawing/2014/main" val="10003"/>
                  </a:ext>
                </a:extLst>
              </a:tr>
            </a:tbl>
          </a:graphicData>
        </a:graphic>
      </p:graphicFrame>
      <p:sp>
        <p:nvSpPr>
          <p:cNvPr id="3" name="Footer Placeholder 6">
            <a:extLst>
              <a:ext uri="{FF2B5EF4-FFF2-40B4-BE49-F238E27FC236}">
                <a16:creationId xmlns:a16="http://schemas.microsoft.com/office/drawing/2014/main" id="{A9F04EA5-C96C-0FB8-EE10-4768CC1F3655}"/>
              </a:ext>
            </a:extLst>
          </p:cNvPr>
          <p:cNvSpPr>
            <a:spLocks noGrp="1"/>
          </p:cNvSpPr>
          <p:nvPr>
            <p:ph type="ftr" sz="quarter" idx="11"/>
          </p:nvPr>
        </p:nvSpPr>
        <p:spPr>
          <a:xfrm>
            <a:off x="3900631" y="6481199"/>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4" name="Date Placeholder 7">
            <a:extLst>
              <a:ext uri="{FF2B5EF4-FFF2-40B4-BE49-F238E27FC236}">
                <a16:creationId xmlns:a16="http://schemas.microsoft.com/office/drawing/2014/main" id="{E0969B18-6B5D-7AD1-D815-F5D7C5A12F24}"/>
              </a:ext>
            </a:extLst>
          </p:cNvPr>
          <p:cNvSpPr>
            <a:spLocks noGrp="1"/>
          </p:cNvSpPr>
          <p:nvPr>
            <p:ph type="dt" sz="half" idx="10"/>
          </p:nvPr>
        </p:nvSpPr>
        <p:spPr>
          <a:xfrm>
            <a:off x="572728" y="6511361"/>
            <a:ext cx="990599" cy="304799"/>
          </a:xfrm>
        </p:spPr>
        <p:txBody>
          <a:bodyPr/>
          <a:lstStyle/>
          <a:p>
            <a:fld id="{67334BF2-EC4E-4273-82B1-522AD1FC4259}" type="datetime1">
              <a:rPr lang="en-IN"/>
              <a:pPr/>
              <a:t>07-04-2026</a:t>
            </a:fld>
            <a:endParaRPr lang="en-IN" dirty="0">
              <a:solidFill>
                <a:schemeClr val="tx1"/>
              </a:solidFill>
            </a:endParaRPr>
          </a:p>
        </p:txBody>
      </p:sp>
      <p:sp>
        <p:nvSpPr>
          <p:cNvPr id="8" name="Slide Number Placeholder 5">
            <a:extLst>
              <a:ext uri="{FF2B5EF4-FFF2-40B4-BE49-F238E27FC236}">
                <a16:creationId xmlns:a16="http://schemas.microsoft.com/office/drawing/2014/main" id="{0CB9F5C1-E37B-188D-B0FC-1A5E92BF17DB}"/>
              </a:ext>
            </a:extLst>
          </p:cNvPr>
          <p:cNvSpPr txBox="1">
            <a:spLocks/>
          </p:cNvSpPr>
          <p:nvPr/>
        </p:nvSpPr>
        <p:spPr>
          <a:xfrm>
            <a:off x="8726130" y="6420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8C83006-B820-4A0E-83BB-52FDC78CC518}" type="slidenum">
              <a:rPr lang="en-IN" smtClean="0">
                <a:solidFill>
                  <a:schemeClr val="tx1"/>
                </a:solidFill>
              </a:rPr>
              <a:pPr/>
              <a:t>8</a:t>
            </a:fld>
            <a:endParaRPr lang="en-IN"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942938826"/>
              </p:ext>
            </p:extLst>
          </p:nvPr>
        </p:nvGraphicFramePr>
        <p:xfrm>
          <a:off x="266699" y="545400"/>
          <a:ext cx="11658600" cy="5731328"/>
        </p:xfrm>
        <a:graphic>
          <a:graphicData uri="http://schemas.openxmlformats.org/drawingml/2006/table">
            <a:tbl>
              <a:tblPr firstRow="1" bandRow="1">
                <a:tableStyleId>{073A0DAA-6AF3-43AB-8588-CEC1D06C72B9}</a:tableStyleId>
              </a:tblPr>
              <a:tblGrid>
                <a:gridCol w="865415">
                  <a:extLst>
                    <a:ext uri="{9D8B030D-6E8A-4147-A177-3AD203B41FA5}">
                      <a16:colId xmlns:a16="http://schemas.microsoft.com/office/drawing/2014/main" val="20000"/>
                    </a:ext>
                  </a:extLst>
                </a:gridCol>
                <a:gridCol w="1937657">
                  <a:extLst>
                    <a:ext uri="{9D8B030D-6E8A-4147-A177-3AD203B41FA5}">
                      <a16:colId xmlns:a16="http://schemas.microsoft.com/office/drawing/2014/main" val="20001"/>
                    </a:ext>
                  </a:extLst>
                </a:gridCol>
                <a:gridCol w="1629820">
                  <a:extLst>
                    <a:ext uri="{9D8B030D-6E8A-4147-A177-3AD203B41FA5}">
                      <a16:colId xmlns:a16="http://schemas.microsoft.com/office/drawing/2014/main" val="20002"/>
                    </a:ext>
                  </a:extLst>
                </a:gridCol>
                <a:gridCol w="4008980">
                  <a:extLst>
                    <a:ext uri="{9D8B030D-6E8A-4147-A177-3AD203B41FA5}">
                      <a16:colId xmlns:a16="http://schemas.microsoft.com/office/drawing/2014/main" val="20003"/>
                    </a:ext>
                  </a:extLst>
                </a:gridCol>
                <a:gridCol w="3216728">
                  <a:extLst>
                    <a:ext uri="{9D8B030D-6E8A-4147-A177-3AD203B41FA5}">
                      <a16:colId xmlns:a16="http://schemas.microsoft.com/office/drawing/2014/main" val="20004"/>
                    </a:ext>
                  </a:extLst>
                </a:gridCol>
              </a:tblGrid>
              <a:tr h="895520">
                <a:tc>
                  <a:txBody>
                    <a:bodyPr/>
                    <a:lstStyle/>
                    <a:p>
                      <a:r>
                        <a:rPr lang="en-IN" sz="1600" dirty="0" err="1">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      Title</a:t>
                      </a:r>
                    </a:p>
                  </a:txBody>
                  <a:tcPr/>
                </a:tc>
                <a:tc>
                  <a:txBody>
                    <a:bodyPr/>
                    <a:lstStyle/>
                    <a:p>
                      <a:r>
                        <a:rPr lang="en-IN" sz="1600" dirty="0">
                          <a:latin typeface="Times New Roman" panose="02020603050405020304" pitchFamily="18" charset="0"/>
                          <a:cs typeface="Times New Roman" panose="02020603050405020304" pitchFamily="18" charset="0"/>
                        </a:rPr>
                        <a:t>Publication  &amp; Year</a:t>
                      </a:r>
                    </a:p>
                  </a:txBody>
                  <a:tcPr/>
                </a:tc>
                <a:tc>
                  <a:txBody>
                    <a:bodyPr/>
                    <a:lstStyle/>
                    <a:p>
                      <a:r>
                        <a:rPr lang="en-IN" sz="1600" dirty="0">
                          <a:latin typeface="Times New Roman" panose="02020603050405020304" pitchFamily="18" charset="0"/>
                          <a:cs typeface="Times New Roman" panose="02020603050405020304" pitchFamily="18" charset="0"/>
                        </a:rPr>
                        <a:t>         Observations</a:t>
                      </a:r>
                    </a:p>
                  </a:txBody>
                  <a:tcPr/>
                </a:tc>
                <a:tc>
                  <a:txBody>
                    <a:bodyPr/>
                    <a:lstStyle/>
                    <a:p>
                      <a:r>
                        <a:rPr lang="en-IN" sz="1600" dirty="0">
                          <a:latin typeface="Times New Roman" panose="02020603050405020304" pitchFamily="18" charset="0"/>
                          <a:cs typeface="Times New Roman" panose="02020603050405020304" pitchFamily="18" charset="0"/>
                        </a:rPr>
                        <a:t>                Limitations</a:t>
                      </a:r>
                    </a:p>
                  </a:txBody>
                  <a:tcPr/>
                </a:tc>
                <a:extLst>
                  <a:ext uri="{0D108BD9-81ED-4DB2-BD59-A6C34878D82A}">
                    <a16:rowId xmlns:a16="http://schemas.microsoft.com/office/drawing/2014/main" val="10000"/>
                  </a:ext>
                </a:extLst>
              </a:tr>
              <a:tr h="1432832">
                <a:tc>
                  <a:txBody>
                    <a:bodyPr/>
                    <a:lstStyle/>
                    <a:p>
                      <a:r>
                        <a:rPr lang="en-IN" sz="1600" dirty="0">
                          <a:latin typeface="Times New Roman" panose="02020603050405020304" pitchFamily="18" charset="0"/>
                          <a:cs typeface="Times New Roman" panose="02020603050405020304" pitchFamily="18" charset="0"/>
                        </a:rPr>
                        <a:t>4.</a:t>
                      </a:r>
                    </a:p>
                  </a:txBody>
                  <a:tcPr/>
                </a:tc>
                <a:tc>
                  <a:txBody>
                    <a:bodyPr/>
                    <a:lstStyle/>
                    <a:p>
                      <a:pPr>
                        <a:buNone/>
                      </a:pPr>
                      <a:r>
                        <a:rPr lang="en-US" sz="1600" dirty="0">
                          <a:latin typeface="Times New Roman" panose="02020603050405020304" pitchFamily="18" charset="0"/>
                          <a:cs typeface="Times New Roman" panose="02020603050405020304" pitchFamily="18" charset="0"/>
                        </a:rPr>
                        <a:t>Language Models Are Few-Shot Learners (GPT-3)</a:t>
                      </a:r>
                    </a:p>
                  </a:txBody>
                  <a:tcPr anchor="ctr"/>
                </a:tc>
                <a:tc>
                  <a:txBody>
                    <a:bodyPr/>
                    <a:lstStyle/>
                    <a:p>
                      <a:r>
                        <a:rPr lang="en-US" sz="1600" dirty="0" err="1">
                          <a:latin typeface="Times New Roman" panose="02020603050405020304" pitchFamily="18" charset="0"/>
                          <a:cs typeface="Times New Roman" panose="02020603050405020304" pitchFamily="18" charset="0"/>
                        </a:rPr>
                        <a:t>NeurIPS</a:t>
                      </a:r>
                      <a:r>
                        <a:rPr lang="en-US" sz="1600" dirty="0">
                          <a:latin typeface="Times New Roman" panose="02020603050405020304" pitchFamily="18" charset="0"/>
                          <a:cs typeface="Times New Roman" panose="02020603050405020304" pitchFamily="18" charset="0"/>
                        </a:rPr>
                        <a:t>, 2020</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defRPr/>
                      </a:pPr>
                      <a:r>
                        <a:rPr lang="en-US" sz="1600" dirty="0">
                          <a:latin typeface="Times New Roman" panose="02020603050405020304" pitchFamily="18" charset="0"/>
                          <a:cs typeface="Times New Roman" panose="02020603050405020304" pitchFamily="18" charset="0"/>
                        </a:rPr>
                        <a:t>Demonstrated that large language models can perform tasks with minimal examples, enabling adaptive conversational AI systems.</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High model size makes deployment expensive and raises concerns of privacy and hallucinations.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701488">
                <a:tc>
                  <a:txBody>
                    <a:bodyPr/>
                    <a:lstStyle/>
                    <a:p>
                      <a:r>
                        <a:rPr lang="en-IN" sz="1600" dirty="0">
                          <a:latin typeface="Times New Roman" panose="02020603050405020304" pitchFamily="18" charset="0"/>
                          <a:cs typeface="Times New Roman" panose="02020603050405020304" pitchFamily="18" charset="0"/>
                        </a:rPr>
                        <a:t>5.</a:t>
                      </a:r>
                    </a:p>
                  </a:txBody>
                  <a:tcPr/>
                </a:tc>
                <a:tc>
                  <a:txBody>
                    <a:bodyPr/>
                    <a:lstStyle/>
                    <a:p>
                      <a:r>
                        <a:rPr lang="en-US" sz="1600" dirty="0">
                          <a:latin typeface="Times New Roman" panose="02020603050405020304" pitchFamily="18" charset="0"/>
                          <a:cs typeface="Times New Roman" panose="02020603050405020304" pitchFamily="18" charset="0"/>
                        </a:rPr>
                        <a:t>Dense Passage Retrieval for Open-Domain Question Answering</a:t>
                      </a:r>
                      <a:endParaRPr lang="en-IN" sz="1600" i="0" u="none"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EMNLP, 2020</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Proposed dense embedding-based retrieval for improving question answering by fetching relevant passages efficiently. Supports memory retrieval in digital twin systems.</a:t>
                      </a:r>
                    </a:p>
                  </a:txBody>
                  <a:tcPr/>
                </a:tc>
                <a:tc>
                  <a:txBody>
                    <a:bodyPr/>
                    <a:lstStyle/>
                    <a:p>
                      <a:pPr algn="just"/>
                      <a:r>
                        <a:rPr lang="en-US" sz="1600" dirty="0">
                          <a:latin typeface="Times New Roman" panose="02020603050405020304" pitchFamily="18" charset="0"/>
                          <a:cs typeface="Times New Roman" panose="02020603050405020304" pitchFamily="18" charset="0"/>
                        </a:rPr>
                        <a:t>Requires large training data and may fail in highly personalized or private datasets.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701488">
                <a:tc>
                  <a:txBody>
                    <a:bodyPr/>
                    <a:lstStyle/>
                    <a:p>
                      <a:r>
                        <a:rPr lang="en-IN" sz="1600" dirty="0">
                          <a:latin typeface="Times New Roman" panose="02020603050405020304" pitchFamily="18" charset="0"/>
                          <a:cs typeface="Times New Roman" panose="02020603050405020304" pitchFamily="18" charset="0"/>
                        </a:rPr>
                        <a:t>6.</a:t>
                      </a:r>
                    </a:p>
                  </a:txBody>
                  <a:tcPr/>
                </a:tc>
                <a:tc>
                  <a:txBody>
                    <a:bodyPr/>
                    <a:lstStyle/>
                    <a:p>
                      <a:r>
                        <a:rPr lang="en-US" sz="1600" dirty="0">
                          <a:latin typeface="Times New Roman" panose="02020603050405020304" pitchFamily="18" charset="0"/>
                          <a:cs typeface="Times New Roman" panose="02020603050405020304" pitchFamily="18" charset="0"/>
                        </a:rPr>
                        <a:t>Differential Privacy for Deep Learning</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ACM CCS, 2016</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Proposed privacy-preserving learning by adding noise to gradients, preventing leakage of sensitive user data.</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Noise addition may reduce model accuracy if not tuned properly.</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
        <p:nvSpPr>
          <p:cNvPr id="2" name="Footer Placeholder 6">
            <a:extLst>
              <a:ext uri="{FF2B5EF4-FFF2-40B4-BE49-F238E27FC236}">
                <a16:creationId xmlns:a16="http://schemas.microsoft.com/office/drawing/2014/main" id="{56F57ED3-F202-F33B-F00C-4E2812481E80}"/>
              </a:ext>
            </a:extLst>
          </p:cNvPr>
          <p:cNvSpPr>
            <a:spLocks noGrp="1"/>
          </p:cNvSpPr>
          <p:nvPr>
            <p:ph type="ftr" sz="quarter" idx="11"/>
          </p:nvPr>
        </p:nvSpPr>
        <p:spPr>
          <a:xfrm>
            <a:off x="4166102" y="6406486"/>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3" name="Date Placeholder 7">
            <a:extLst>
              <a:ext uri="{FF2B5EF4-FFF2-40B4-BE49-F238E27FC236}">
                <a16:creationId xmlns:a16="http://schemas.microsoft.com/office/drawing/2014/main" id="{10ED4136-61D6-6E5B-E6EC-B799D2AF0ECE}"/>
              </a:ext>
            </a:extLst>
          </p:cNvPr>
          <p:cNvSpPr>
            <a:spLocks noGrp="1"/>
          </p:cNvSpPr>
          <p:nvPr>
            <p:ph type="dt" sz="half" idx="10"/>
          </p:nvPr>
        </p:nvSpPr>
        <p:spPr>
          <a:xfrm>
            <a:off x="732022" y="6436649"/>
            <a:ext cx="990599" cy="304799"/>
          </a:xfrm>
        </p:spPr>
        <p:txBody>
          <a:bodyPr/>
          <a:lstStyle/>
          <a:p>
            <a:fld id="{67334BF2-EC4E-4273-82B1-522AD1FC4259}" type="datetime1">
              <a:rPr lang="en-IN"/>
              <a:pPr/>
              <a:t>07-04-2026</a:t>
            </a:fld>
            <a:endParaRPr lang="en-IN" dirty="0">
              <a:solidFill>
                <a:schemeClr val="tx1"/>
              </a:solidFill>
            </a:endParaRPr>
          </a:p>
        </p:txBody>
      </p:sp>
      <p:sp>
        <p:nvSpPr>
          <p:cNvPr id="8" name="Slide Number Placeholder 5">
            <a:extLst>
              <a:ext uri="{FF2B5EF4-FFF2-40B4-BE49-F238E27FC236}">
                <a16:creationId xmlns:a16="http://schemas.microsoft.com/office/drawing/2014/main" id="{6696E832-4F4F-3CB5-876A-8EB65823DA00}"/>
              </a:ext>
            </a:extLst>
          </p:cNvPr>
          <p:cNvSpPr>
            <a:spLocks noGrp="1"/>
          </p:cNvSpPr>
          <p:nvPr>
            <p:ph type="sldNum" sz="quarter" idx="12"/>
          </p:nvPr>
        </p:nvSpPr>
        <p:spPr>
          <a:xfrm>
            <a:off x="8716778" y="6346162"/>
            <a:ext cx="2743200" cy="365125"/>
          </a:xfrm>
        </p:spPr>
        <p:txBody>
          <a:bodyPr/>
          <a:lstStyle/>
          <a:p>
            <a:fld id="{F8C83006-B820-4A0E-83BB-52FDC78CC518}" type="slidenum">
              <a:rPr lang="en-IN" smtClean="0">
                <a:solidFill>
                  <a:schemeClr val="tx1"/>
                </a:solidFill>
              </a:rPr>
              <a:t>9</a:t>
            </a:fld>
            <a:endParaRPr lang="en-IN"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4995" y="697718"/>
            <a:ext cx="9404723" cy="700265"/>
          </a:xfrm>
        </p:spPr>
        <p:txBody>
          <a:bodyPr>
            <a:normAutofit/>
          </a:bodyPr>
          <a:lstStyle/>
          <a:p>
            <a:r>
              <a:rPr lang="en-US" sz="2800" b="1" dirty="0">
                <a:latin typeface="Times New Roman" panose="02020603050405020304" pitchFamily="18" charset="0"/>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EXISTING SYSTEM</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64995" y="1307805"/>
            <a:ext cx="10943514" cy="4030813"/>
          </a:xfrm>
        </p:spPr>
        <p:txBody>
          <a:bodyPr>
            <a:noAutofit/>
          </a:bodyPr>
          <a:lstStyle/>
          <a:p>
            <a:pPr marL="571500" indent="-571500" algn="just">
              <a:lnSpc>
                <a:spcPct val="150000"/>
              </a:lnSpc>
              <a:buFont typeface="Wingdings"/>
              <a:buChar char="v"/>
            </a:pPr>
            <a:r>
              <a:rPr lang="en-US" sz="2000" b="1" dirty="0">
                <a:latin typeface="Times New Roman"/>
                <a:ea typeface="+mn-lt"/>
                <a:cs typeface="Times New Roman"/>
              </a:rPr>
              <a:t>AI Assistants (Siri, Alexa):</a:t>
            </a:r>
            <a:r>
              <a:rPr lang="en-US" sz="2000" dirty="0">
                <a:latin typeface="Times New Roman"/>
                <a:ea typeface="+mn-lt"/>
                <a:cs typeface="Times New Roman"/>
              </a:rPr>
              <a:t>Voice-based virtual assistants that perform basic tasks like answering queries, setting reminders, and controlling smart devices, but offer limited personalization and emotional understanding.</a:t>
            </a:r>
          </a:p>
          <a:p>
            <a:pPr marL="571500" indent="-571500" algn="just">
              <a:lnSpc>
                <a:spcPct val="150000"/>
              </a:lnSpc>
              <a:buFont typeface="Wingdings"/>
              <a:buChar char="v"/>
            </a:pPr>
            <a:r>
              <a:rPr lang="en-US" sz="2000" b="1" dirty="0">
                <a:solidFill>
                  <a:srgbClr val="000000"/>
                </a:solidFill>
                <a:latin typeface="Times New Roman"/>
                <a:ea typeface="+mn-lt"/>
                <a:cs typeface="Times New Roman"/>
              </a:rPr>
              <a:t>AI Chat Models (Gemini, ChatGPT):</a:t>
            </a:r>
            <a:r>
              <a:rPr lang="en-US" sz="2000" dirty="0">
                <a:solidFill>
                  <a:srgbClr val="000000"/>
                </a:solidFill>
                <a:latin typeface="Times New Roman"/>
                <a:ea typeface="+mn-lt"/>
                <a:cs typeface="Times New Roman"/>
              </a:rPr>
              <a:t>Text-based conversational systems that provide intelligent responses and information, but do not maintain long-term personalized user profiles or adaptive behavior.</a:t>
            </a:r>
          </a:p>
          <a:p>
            <a:pPr marL="571500" indent="-571500" algn="just">
              <a:lnSpc>
                <a:spcPct val="150000"/>
              </a:lnSpc>
              <a:buFont typeface="Wingdings"/>
              <a:buChar char="v"/>
            </a:pPr>
            <a:r>
              <a:rPr lang="en-US" sz="2000" b="1" dirty="0">
                <a:latin typeface="Times New Roman"/>
                <a:ea typeface="+mn-lt"/>
                <a:cs typeface="Times New Roman"/>
              </a:rPr>
              <a:t>Digital Cloning and Avatar Platforms: </a:t>
            </a:r>
            <a:r>
              <a:rPr lang="en-US" sz="2000" dirty="0">
                <a:latin typeface="Times New Roman"/>
                <a:ea typeface="+mn-lt"/>
                <a:cs typeface="Times New Roman"/>
              </a:rPr>
              <a:t>Systems that create virtual representations of users using stored data or media, but lack continuous learning, deep intelligence, and secure behavioral modeling.</a:t>
            </a:r>
            <a:endParaRPr lang="en-US" sz="2000" b="1" dirty="0">
              <a:solidFill>
                <a:schemeClr val="tx1"/>
              </a:solidFill>
              <a:latin typeface="Times New Roman" panose="02020603050405020304" pitchFamily="18" charset="0"/>
              <a:cs typeface="Times New Roman" panose="02020603050405020304" pitchFamily="18" charset="0"/>
            </a:endParaRPr>
          </a:p>
          <a:p>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7" name="Rectangle 2"/>
          <p:cNvSpPr>
            <a:spLocks noChangeArrowheads="1"/>
          </p:cNvSpPr>
          <p:nvPr/>
        </p:nvSpPr>
        <p:spPr bwMode="auto">
          <a:xfrm>
            <a:off x="152400" y="-32265"/>
            <a:ext cx="1163647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effectLst/>
              <a:latin typeface="Arial" panose="020B0604020202020204" pitchFamily="34" charset="0"/>
            </a:endParaRPr>
          </a:p>
        </p:txBody>
      </p:sp>
      <p:sp>
        <p:nvSpPr>
          <p:cNvPr id="8" name="Rectangle 2"/>
          <p:cNvSpPr>
            <a:spLocks noChangeArrowheads="1"/>
          </p:cNvSpPr>
          <p:nvPr/>
        </p:nvSpPr>
        <p:spPr bwMode="auto">
          <a:xfrm>
            <a:off x="152400" y="-32265"/>
            <a:ext cx="135150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effectLst/>
              <a:latin typeface="Arial" panose="020B0604020202020204" pitchFamily="34" charset="0"/>
            </a:endParaRPr>
          </a:p>
        </p:txBody>
      </p:sp>
      <p:sp>
        <p:nvSpPr>
          <p:cNvPr id="4" name="Footer Placeholder 6">
            <a:extLst>
              <a:ext uri="{FF2B5EF4-FFF2-40B4-BE49-F238E27FC236}">
                <a16:creationId xmlns:a16="http://schemas.microsoft.com/office/drawing/2014/main" id="{65AF5697-26F9-7589-15E4-9DEA01C50BC4}"/>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5" name="Date Placeholder 7">
            <a:extLst>
              <a:ext uri="{FF2B5EF4-FFF2-40B4-BE49-F238E27FC236}">
                <a16:creationId xmlns:a16="http://schemas.microsoft.com/office/drawing/2014/main" id="{C45A1A8C-46BC-BB5A-39D8-0971A6224753}"/>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11" name="Slide Number Placeholder 5">
            <a:extLst>
              <a:ext uri="{FF2B5EF4-FFF2-40B4-BE49-F238E27FC236}">
                <a16:creationId xmlns:a16="http://schemas.microsoft.com/office/drawing/2014/main" id="{FA0E47DB-8F43-BD17-DBB0-05BFB25744A6}"/>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10</a:t>
            </a:fld>
            <a:endParaRPr lang="en-IN"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72307-467E-A8C4-B077-ADE0920C1558}"/>
              </a:ext>
            </a:extLst>
          </p:cNvPr>
          <p:cNvSpPr>
            <a:spLocks noGrp="1"/>
          </p:cNvSpPr>
          <p:nvPr>
            <p:ph type="title"/>
          </p:nvPr>
        </p:nvSpPr>
        <p:spPr>
          <a:xfrm>
            <a:off x="838200" y="365125"/>
            <a:ext cx="10515600" cy="1389784"/>
          </a:xfrm>
        </p:spPr>
        <p:txBody>
          <a:bodyPr>
            <a:normAutofit/>
          </a:bodyPr>
          <a:lstStyle/>
          <a:p>
            <a:r>
              <a:rPr lang="en-US" sz="2800" b="1" dirty="0">
                <a:latin typeface="Times New Roman" panose="02020603050405020304" pitchFamily="18" charset="0"/>
                <a:cs typeface="Times New Roman" panose="02020603050405020304" pitchFamily="18" charset="0"/>
              </a:rPr>
              <a:t>DISADVANTAGES OF THE EXISTING SYSTEM</a:t>
            </a:r>
            <a:endParaRPr lang="en-IN" sz="2800" dirty="0"/>
          </a:p>
        </p:txBody>
      </p:sp>
      <p:sp>
        <p:nvSpPr>
          <p:cNvPr id="7" name="Rectangle 1">
            <a:extLst>
              <a:ext uri="{FF2B5EF4-FFF2-40B4-BE49-F238E27FC236}">
                <a16:creationId xmlns:a16="http://schemas.microsoft.com/office/drawing/2014/main" id="{058B024C-798E-85D3-F4D1-F8A68B46F037}"/>
              </a:ext>
            </a:extLst>
          </p:cNvPr>
          <p:cNvSpPr>
            <a:spLocks noGrp="1" noChangeArrowheads="1"/>
          </p:cNvSpPr>
          <p:nvPr>
            <p:ph idx="1"/>
          </p:nvPr>
        </p:nvSpPr>
        <p:spPr bwMode="auto">
          <a:xfrm>
            <a:off x="768929" y="1454994"/>
            <a:ext cx="4531040" cy="2437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personalization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Generic replies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Poor emotion understanding</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Privacy risks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security issues</a:t>
            </a:r>
          </a:p>
        </p:txBody>
      </p:sp>
      <p:sp>
        <p:nvSpPr>
          <p:cNvPr id="11" name="Rectangle 1">
            <a:extLst>
              <a:ext uri="{FF2B5EF4-FFF2-40B4-BE49-F238E27FC236}">
                <a16:creationId xmlns:a16="http://schemas.microsoft.com/office/drawing/2014/main" id="{8774E55B-C058-B548-DE5D-3A730DF2461D}"/>
              </a:ext>
            </a:extLst>
          </p:cNvPr>
          <p:cNvSpPr txBox="1">
            <a:spLocks noChangeArrowheads="1"/>
          </p:cNvSpPr>
          <p:nvPr/>
        </p:nvSpPr>
        <p:spPr bwMode="auto">
          <a:xfrm flipH="1">
            <a:off x="5388743" y="1577319"/>
            <a:ext cx="4775983"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No long-term memory</a:t>
            </a:r>
          </a:p>
          <a:p>
            <a:pPr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Not context-aware</a:t>
            </a:r>
          </a:p>
          <a:p>
            <a:pPr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No learning from user habits</a:t>
            </a:r>
          </a:p>
          <a:p>
            <a:pPr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Repeat same answers</a:t>
            </a:r>
          </a:p>
          <a:p>
            <a:pPr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Depends heavily on cloud</a:t>
            </a:r>
          </a:p>
        </p:txBody>
      </p:sp>
      <p:sp>
        <p:nvSpPr>
          <p:cNvPr id="13" name="Footer Placeholder 6">
            <a:extLst>
              <a:ext uri="{FF2B5EF4-FFF2-40B4-BE49-F238E27FC236}">
                <a16:creationId xmlns:a16="http://schemas.microsoft.com/office/drawing/2014/main" id="{5DE5DB34-8144-3E60-18BA-FBF282542180}"/>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14" name="Date Placeholder 7">
            <a:extLst>
              <a:ext uri="{FF2B5EF4-FFF2-40B4-BE49-F238E27FC236}">
                <a16:creationId xmlns:a16="http://schemas.microsoft.com/office/drawing/2014/main" id="{2B1D91E0-E268-1744-4751-F83FF942ACC3}"/>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15" name="Slide Number Placeholder 5">
            <a:extLst>
              <a:ext uri="{FF2B5EF4-FFF2-40B4-BE49-F238E27FC236}">
                <a16:creationId xmlns:a16="http://schemas.microsoft.com/office/drawing/2014/main" id="{73990AE2-82F9-0539-BE4E-D5C943FD188D}"/>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11</a:t>
            </a:fld>
            <a:endParaRPr lang="en-IN" dirty="0">
              <a:solidFill>
                <a:schemeClr val="tx1"/>
              </a:solidFill>
            </a:endParaRPr>
          </a:p>
        </p:txBody>
      </p:sp>
    </p:spTree>
    <p:extLst>
      <p:ext uri="{BB962C8B-B14F-4D97-AF65-F5344CB8AC3E}">
        <p14:creationId xmlns:p14="http://schemas.microsoft.com/office/powerpoint/2010/main" val="1747580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1879" y="365126"/>
            <a:ext cx="10761921" cy="647598"/>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PROPOSED SOLUTION</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91879" y="1012724"/>
            <a:ext cx="11008242" cy="5145134"/>
          </a:xfrm>
        </p:spPr>
        <p:txBody>
          <a:bodyPr>
            <a:normAutofit lnSpcReduction="10000"/>
          </a:bodyPr>
          <a:lstStyle/>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proposed solution presents an AI-powered architecture designed to deliver secure and personalized user interactions.</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The user accesses the system through a Frontend UI, which communicates with the backend via an API Gateway.</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An encryption layer ensures data privacy and secure transmission.</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memory retrieval module helps retain user context to enhance personalization over time. </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information is then passed to a Large Language Model (LLM) for intelligent reasoning and response generation.</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Finally, the system delivers accurate, context-aware, and personalized outputs to the user, creating an efficient and adaptive user experience.</a:t>
            </a:r>
          </a:p>
          <a:p>
            <a:pPr algn="just">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2200" b="1"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6">
            <a:extLst>
              <a:ext uri="{FF2B5EF4-FFF2-40B4-BE49-F238E27FC236}">
                <a16:creationId xmlns:a16="http://schemas.microsoft.com/office/drawing/2014/main" id="{3EA15353-F311-3D82-2403-A282D7E7E5F1}"/>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5" name="Date Placeholder 7">
            <a:extLst>
              <a:ext uri="{FF2B5EF4-FFF2-40B4-BE49-F238E27FC236}">
                <a16:creationId xmlns:a16="http://schemas.microsoft.com/office/drawing/2014/main" id="{7CFFD313-6B6D-3FEC-CECD-1BE6413EF559}"/>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9" name="Slide Number Placeholder 5">
            <a:extLst>
              <a:ext uri="{FF2B5EF4-FFF2-40B4-BE49-F238E27FC236}">
                <a16:creationId xmlns:a16="http://schemas.microsoft.com/office/drawing/2014/main" id="{389AE4DC-3FEB-188F-708D-BDFAC78CBEB4}"/>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12</a:t>
            </a:fld>
            <a:endParaRPr lang="en-IN"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AE2424-8885-52B5-F13E-B86EF7552E10}"/>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Proposed Solution</a:t>
            </a:r>
          </a:p>
        </p:txBody>
      </p:sp>
      <p:sp>
        <p:nvSpPr>
          <p:cNvPr id="8" name="Footer Placeholder 6">
            <a:extLst>
              <a:ext uri="{FF2B5EF4-FFF2-40B4-BE49-F238E27FC236}">
                <a16:creationId xmlns:a16="http://schemas.microsoft.com/office/drawing/2014/main" id="{D69A9CE1-2E05-C9B8-C111-04B943668368}"/>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9" name="Date Placeholder 7">
            <a:extLst>
              <a:ext uri="{FF2B5EF4-FFF2-40B4-BE49-F238E27FC236}">
                <a16:creationId xmlns:a16="http://schemas.microsoft.com/office/drawing/2014/main" id="{2F1BFA16-2297-C07E-6D51-24C6112A2DC5}"/>
              </a:ext>
            </a:extLst>
          </p:cNvPr>
          <p:cNvSpPr>
            <a:spLocks noGrp="1"/>
          </p:cNvSpPr>
          <p:nvPr>
            <p:ph type="dt" sz="half" idx="10"/>
          </p:nvPr>
        </p:nvSpPr>
        <p:spPr>
          <a:xfrm>
            <a:off x="768928" y="6254087"/>
            <a:ext cx="990599" cy="304799"/>
          </a:xfrm>
        </p:spPr>
        <p:txBody>
          <a:bodyPr/>
          <a:lstStyle/>
          <a:p>
            <a:fld id="{67334BF2-EC4E-4273-82B1-522AD1FC4259}" type="datetime1">
              <a:rPr lang="en-IN">
                <a:solidFill>
                  <a:schemeClr val="bg2">
                    <a:lumMod val="10000"/>
                  </a:schemeClr>
                </a:solidFill>
              </a:rPr>
              <a:pPr/>
              <a:t>07-04-2026</a:t>
            </a:fld>
            <a:endParaRPr lang="en-IN" dirty="0">
              <a:solidFill>
                <a:schemeClr val="bg2">
                  <a:lumMod val="10000"/>
                </a:schemeClr>
              </a:solidFill>
            </a:endParaRPr>
          </a:p>
        </p:txBody>
      </p:sp>
      <p:sp>
        <p:nvSpPr>
          <p:cNvPr id="10" name="Slide Number Placeholder 5">
            <a:extLst>
              <a:ext uri="{FF2B5EF4-FFF2-40B4-BE49-F238E27FC236}">
                <a16:creationId xmlns:a16="http://schemas.microsoft.com/office/drawing/2014/main" id="{C5F4EB86-9490-2C82-740C-9C6A6FF0E9FD}"/>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13</a:t>
            </a:fld>
            <a:endParaRPr lang="en-IN" dirty="0">
              <a:solidFill>
                <a:schemeClr val="tx1"/>
              </a:solidFill>
            </a:endParaRPr>
          </a:p>
        </p:txBody>
      </p:sp>
      <p:pic>
        <p:nvPicPr>
          <p:cNvPr id="6" name="Content Placeholder 5">
            <a:extLst>
              <a:ext uri="{FF2B5EF4-FFF2-40B4-BE49-F238E27FC236}">
                <a16:creationId xmlns:a16="http://schemas.microsoft.com/office/drawing/2014/main" id="{058F0580-4145-3963-EF05-3F74AB09D5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3414" y="510363"/>
            <a:ext cx="7628506" cy="5384282"/>
          </a:xfrm>
          <a:prstGeom prst="rect">
            <a:avLst/>
          </a:prstGeom>
        </p:spPr>
      </p:pic>
    </p:spTree>
    <p:extLst>
      <p:ext uri="{BB962C8B-B14F-4D97-AF65-F5344CB8AC3E}">
        <p14:creationId xmlns:p14="http://schemas.microsoft.com/office/powerpoint/2010/main" val="77999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6388F3-3BBE-3575-4653-A59A1EAC6714}"/>
              </a:ext>
            </a:extLst>
          </p:cNvPr>
          <p:cNvSpPr>
            <a:spLocks noGrp="1"/>
          </p:cNvSpPr>
          <p:nvPr>
            <p:ph type="dt" sz="half" idx="10"/>
          </p:nvPr>
        </p:nvSpPr>
        <p:spPr/>
        <p:txBody>
          <a:bodyPr/>
          <a:lstStyle/>
          <a:p>
            <a:fld id="{67334BF2-EC4E-4273-82B1-522AD1FC4259}" type="datetime1">
              <a:rPr lang="en-IN" smtClean="0"/>
              <a:t>07-04-2026</a:t>
            </a:fld>
            <a:endParaRPr lang="en-IN"/>
          </a:p>
        </p:txBody>
      </p:sp>
      <p:sp>
        <p:nvSpPr>
          <p:cNvPr id="5" name="Footer Placeholder 4">
            <a:extLst>
              <a:ext uri="{FF2B5EF4-FFF2-40B4-BE49-F238E27FC236}">
                <a16:creationId xmlns:a16="http://schemas.microsoft.com/office/drawing/2014/main" id="{29869188-9267-8BE0-471A-5004A542D405}"/>
              </a:ext>
            </a:extLst>
          </p:cNvPr>
          <p:cNvSpPr>
            <a:spLocks noGrp="1"/>
          </p:cNvSpPr>
          <p:nvPr>
            <p:ph type="ftr" sz="quarter" idx="11"/>
          </p:nvPr>
        </p:nvSpPr>
        <p:spPr/>
        <p:txBody>
          <a:bodyPr/>
          <a:lstStyle/>
          <a:p>
            <a:r>
              <a:rPr lang="en-US"/>
              <a:t>Department of CSE-AIML , ACET (P3)</a:t>
            </a:r>
            <a:endParaRPr lang="en-IN"/>
          </a:p>
        </p:txBody>
      </p:sp>
      <p:sp>
        <p:nvSpPr>
          <p:cNvPr id="6" name="Slide Number Placeholder 5">
            <a:extLst>
              <a:ext uri="{FF2B5EF4-FFF2-40B4-BE49-F238E27FC236}">
                <a16:creationId xmlns:a16="http://schemas.microsoft.com/office/drawing/2014/main" id="{0B312D67-A561-A8CD-A6B2-70FECD3B7461}"/>
              </a:ext>
            </a:extLst>
          </p:cNvPr>
          <p:cNvSpPr>
            <a:spLocks noGrp="1"/>
          </p:cNvSpPr>
          <p:nvPr>
            <p:ph type="sldNum" sz="quarter" idx="12"/>
          </p:nvPr>
        </p:nvSpPr>
        <p:spPr/>
        <p:txBody>
          <a:bodyPr/>
          <a:lstStyle/>
          <a:p>
            <a:fld id="{F8C83006-B820-4A0E-83BB-52FDC78CC518}" type="slidenum">
              <a:rPr lang="en-IN" smtClean="0"/>
              <a:t>14</a:t>
            </a:fld>
            <a:endParaRPr lang="en-IN"/>
          </a:p>
        </p:txBody>
      </p:sp>
      <p:sp>
        <p:nvSpPr>
          <p:cNvPr id="9" name="Content Placeholder 8">
            <a:extLst>
              <a:ext uri="{FF2B5EF4-FFF2-40B4-BE49-F238E27FC236}">
                <a16:creationId xmlns:a16="http://schemas.microsoft.com/office/drawing/2014/main" id="{42343188-13B2-4D08-6BCB-55F7B8D0110A}"/>
              </a:ext>
            </a:extLst>
          </p:cNvPr>
          <p:cNvSpPr>
            <a:spLocks noGrp="1"/>
          </p:cNvSpPr>
          <p:nvPr>
            <p:ph idx="1"/>
          </p:nvPr>
        </p:nvSpPr>
        <p:spPr>
          <a:xfrm>
            <a:off x="838200" y="1329070"/>
            <a:ext cx="10740656" cy="4847893"/>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proposed system uses an AI-based architecture to provide personalized assistance.</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User Interaction Analysis:</a:t>
            </a:r>
            <a:r>
              <a:rPr lang="en-US" sz="2000" dirty="0">
                <a:latin typeface="Times New Roman" panose="02020603050405020304" pitchFamily="18" charset="0"/>
                <a:cs typeface="Times New Roman" panose="02020603050405020304" pitchFamily="18" charset="0"/>
              </a:rPr>
              <a:t> Understands user preferences and communication style from conversations.</a:t>
            </a:r>
          </a:p>
          <a:p>
            <a:pPr algn="just">
              <a:lnSpc>
                <a:spcPct val="150000"/>
              </a:lnSpc>
            </a:pPr>
            <a:r>
              <a:rPr lang="en-US" sz="2000" b="1" dirty="0">
                <a:latin typeface="Times New Roman" panose="02020603050405020304" pitchFamily="18" charset="0"/>
                <a:cs typeface="Times New Roman" panose="02020603050405020304" pitchFamily="18" charset="0"/>
              </a:rPr>
              <a:t>Memory Retrieval: </a:t>
            </a:r>
            <a:r>
              <a:rPr lang="en-US" sz="2000" dirty="0">
                <a:latin typeface="Times New Roman" panose="02020603050405020304" pitchFamily="18" charset="0"/>
                <a:cs typeface="Times New Roman" panose="02020603050405020304" pitchFamily="18" charset="0"/>
              </a:rPr>
              <a:t>Retrieves stored user data to provide personalized responses. </a:t>
            </a:r>
          </a:p>
          <a:p>
            <a:pPr algn="just">
              <a:lnSpc>
                <a:spcPct val="150000"/>
              </a:lnSpc>
            </a:pPr>
            <a:r>
              <a:rPr lang="en-US" sz="2000" b="1" dirty="0">
                <a:latin typeface="Times New Roman" panose="02020603050405020304" pitchFamily="18" charset="0"/>
                <a:cs typeface="Times New Roman" panose="02020603050405020304" pitchFamily="18" charset="0"/>
              </a:rPr>
              <a:t>Context Understanding: </a:t>
            </a:r>
            <a:r>
              <a:rPr lang="en-US" sz="2000" dirty="0">
                <a:latin typeface="Times New Roman" panose="02020603050405020304" pitchFamily="18" charset="0"/>
                <a:cs typeface="Times New Roman" panose="02020603050405020304" pitchFamily="18" charset="0"/>
              </a:rPr>
              <a:t>Uses NLP to understand the meaning and intent of user queries.</a:t>
            </a:r>
          </a:p>
          <a:p>
            <a:pPr algn="just">
              <a:lnSpc>
                <a:spcPct val="150000"/>
              </a:lnSpc>
            </a:pPr>
            <a:r>
              <a:rPr lang="en-US" sz="2000" b="1" dirty="0">
                <a:latin typeface="Times New Roman" panose="02020603050405020304" pitchFamily="18" charset="0"/>
                <a:cs typeface="Times New Roman" panose="02020603050405020304" pitchFamily="18" charset="0"/>
              </a:rPr>
              <a:t>Response Generation: </a:t>
            </a:r>
            <a:r>
              <a:rPr lang="en-US" sz="2000" dirty="0">
                <a:latin typeface="Times New Roman" panose="02020603050405020304" pitchFamily="18" charset="0"/>
                <a:cs typeface="Times New Roman" panose="02020603050405020304" pitchFamily="18" charset="0"/>
              </a:rPr>
              <a:t>Uses a Large Language Model (LLM) to generate intelligent </a:t>
            </a:r>
            <a:r>
              <a:rPr lang="en-IN" sz="2000" dirty="0">
                <a:latin typeface="Times New Roman" panose="02020603050405020304" pitchFamily="18" charset="0"/>
                <a:cs typeface="Times New Roman" panose="02020603050405020304" pitchFamily="18" charset="0"/>
              </a:rPr>
              <a:t>responses.</a:t>
            </a:r>
          </a:p>
          <a:p>
            <a:pPr algn="just">
              <a:lnSpc>
                <a:spcPct val="150000"/>
              </a:lnSpc>
            </a:pPr>
            <a:r>
              <a:rPr lang="en-US" sz="2000" b="1" dirty="0">
                <a:latin typeface="Times New Roman" panose="02020603050405020304" pitchFamily="18" charset="0"/>
                <a:cs typeface="Times New Roman" panose="02020603050405020304" pitchFamily="18" charset="0"/>
              </a:rPr>
              <a:t>Knowledge Retrieval (RAG):</a:t>
            </a:r>
            <a:r>
              <a:rPr lang="en-US" sz="2000" dirty="0">
                <a:latin typeface="Times New Roman" panose="02020603050405020304" pitchFamily="18" charset="0"/>
                <a:cs typeface="Times New Roman" panose="02020603050405020304" pitchFamily="18" charset="0"/>
              </a:rPr>
              <a:t> Retrieves relevant information from stored data to improve accuracy.</a:t>
            </a:r>
          </a:p>
          <a:p>
            <a:pPr algn="just">
              <a:lnSpc>
                <a:spcPct val="150000"/>
              </a:lnSpc>
            </a:pPr>
            <a:r>
              <a:rPr lang="en-US" sz="2000" b="1" dirty="0">
                <a:latin typeface="Times New Roman" panose="02020603050405020304" pitchFamily="18" charset="0"/>
                <a:cs typeface="Times New Roman" panose="02020603050405020304" pitchFamily="18" charset="0"/>
              </a:rPr>
              <a:t>Security Management: </a:t>
            </a:r>
            <a:r>
              <a:rPr lang="en-US" sz="2000" dirty="0">
                <a:latin typeface="Times New Roman" panose="02020603050405020304" pitchFamily="18" charset="0"/>
                <a:cs typeface="Times New Roman" panose="02020603050405020304" pitchFamily="18" charset="0"/>
              </a:rPr>
              <a:t>Protects user data using secure authentication and encryption.</a:t>
            </a:r>
            <a:endParaRPr lang="en-IN" sz="2000" b="1" dirty="0">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
        <p:nvSpPr>
          <p:cNvPr id="10" name="Title 1">
            <a:extLst>
              <a:ext uri="{FF2B5EF4-FFF2-40B4-BE49-F238E27FC236}">
                <a16:creationId xmlns:a16="http://schemas.microsoft.com/office/drawing/2014/main" id="{0D8A6127-34F4-C178-3B1B-0D3698800D10}"/>
              </a:ext>
            </a:extLst>
          </p:cNvPr>
          <p:cNvSpPr>
            <a:spLocks noGrp="1"/>
          </p:cNvSpPr>
          <p:nvPr>
            <p:ph type="title"/>
          </p:nvPr>
        </p:nvSpPr>
        <p:spPr>
          <a:xfrm>
            <a:off x="-2392325" y="1"/>
            <a:ext cx="13746126" cy="16906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a:solidFill>
                  <a:schemeClr val="bg2">
                    <a:lumMod val="10000"/>
                  </a:schemeClr>
                </a:solidFill>
                <a:latin typeface="Times New Roman" panose="02020603050405020304" pitchFamily="18" charset="0"/>
                <a:cs typeface="Times New Roman" panose="02020603050405020304" pitchFamily="18" charset="0"/>
              </a:rPr>
              <a:t>ANALYSIS OF THE PROPOSED SOLUTION</a:t>
            </a:r>
            <a:endParaRPr lang="en-US" sz="2800"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3442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2AC5F9-8612-0815-62E9-A42F35F28D96}"/>
              </a:ext>
            </a:extLst>
          </p:cNvPr>
          <p:cNvSpPr>
            <a:spLocks noGrp="1"/>
          </p:cNvSpPr>
          <p:nvPr>
            <p:ph type="dt" sz="half" idx="10"/>
          </p:nvPr>
        </p:nvSpPr>
        <p:spPr/>
        <p:txBody>
          <a:bodyPr/>
          <a:lstStyle/>
          <a:p>
            <a:fld id="{5E4AD68F-FBE1-477F-B374-3CC3C78C64B1}" type="datetime1">
              <a:rPr lang="en-IN" smtClean="0"/>
              <a:t>07-04-2026</a:t>
            </a:fld>
            <a:endParaRPr lang="en-IN"/>
          </a:p>
        </p:txBody>
      </p:sp>
      <p:sp>
        <p:nvSpPr>
          <p:cNvPr id="3" name="Footer Placeholder 2">
            <a:extLst>
              <a:ext uri="{FF2B5EF4-FFF2-40B4-BE49-F238E27FC236}">
                <a16:creationId xmlns:a16="http://schemas.microsoft.com/office/drawing/2014/main" id="{367355C8-03FA-23B8-3722-564A91EC8410}"/>
              </a:ext>
            </a:extLst>
          </p:cNvPr>
          <p:cNvSpPr>
            <a:spLocks noGrp="1"/>
          </p:cNvSpPr>
          <p:nvPr>
            <p:ph type="ftr" sz="quarter" idx="11"/>
          </p:nvPr>
        </p:nvSpPr>
        <p:spPr/>
        <p:txBody>
          <a:bodyPr/>
          <a:lstStyle/>
          <a:p>
            <a:r>
              <a:rPr lang="en-US"/>
              <a:t>Department of CSE-AIML , ACET (P3)</a:t>
            </a:r>
            <a:endParaRPr lang="en-IN"/>
          </a:p>
        </p:txBody>
      </p:sp>
      <p:sp>
        <p:nvSpPr>
          <p:cNvPr id="4" name="Slide Number Placeholder 3">
            <a:extLst>
              <a:ext uri="{FF2B5EF4-FFF2-40B4-BE49-F238E27FC236}">
                <a16:creationId xmlns:a16="http://schemas.microsoft.com/office/drawing/2014/main" id="{3FC93D8A-D9B5-8B0C-F5D6-38136F4BEDCB}"/>
              </a:ext>
            </a:extLst>
          </p:cNvPr>
          <p:cNvSpPr>
            <a:spLocks noGrp="1"/>
          </p:cNvSpPr>
          <p:nvPr>
            <p:ph type="sldNum" sz="quarter" idx="12"/>
          </p:nvPr>
        </p:nvSpPr>
        <p:spPr/>
        <p:txBody>
          <a:bodyPr/>
          <a:lstStyle/>
          <a:p>
            <a:fld id="{F8C83006-B820-4A0E-83BB-52FDC78CC518}" type="slidenum">
              <a:rPr lang="en-IN" smtClean="0"/>
              <a:t>15</a:t>
            </a:fld>
            <a:endParaRPr lang="en-IN"/>
          </a:p>
        </p:txBody>
      </p:sp>
      <p:sp>
        <p:nvSpPr>
          <p:cNvPr id="5" name="Content Placeholder 2">
            <a:extLst>
              <a:ext uri="{FF2B5EF4-FFF2-40B4-BE49-F238E27FC236}">
                <a16:creationId xmlns:a16="http://schemas.microsoft.com/office/drawing/2014/main" id="{7EC7E42D-AD22-CFB7-0B02-8311AF769C94}"/>
              </a:ext>
            </a:extLst>
          </p:cNvPr>
          <p:cNvSpPr>
            <a:spLocks noGrp="1"/>
          </p:cNvSpPr>
          <p:nvPr/>
        </p:nvSpPr>
        <p:spPr>
          <a:xfrm>
            <a:off x="660400" y="871870"/>
            <a:ext cx="10312400" cy="548448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buNone/>
            </a:pPr>
            <a:r>
              <a:rPr lang="en-US" sz="2000" b="1" dirty="0">
                <a:latin typeface="Times New Roman" panose="02020603050405020304" pitchFamily="18" charset="0"/>
                <a:cs typeface="Times New Roman" panose="02020603050405020304" pitchFamily="18" charset="0"/>
              </a:rPr>
              <a:t>Merits:</a:t>
            </a:r>
          </a:p>
          <a:p>
            <a:pPr>
              <a:lnSpc>
                <a:spcPct val="150000"/>
              </a:lnSpc>
            </a:pPr>
            <a:r>
              <a:rPr lang="en-US" sz="2000" dirty="0">
                <a:latin typeface="Times New Roman" panose="02020603050405020304" pitchFamily="18" charset="0"/>
                <a:cs typeface="Times New Roman" panose="02020603050405020304" pitchFamily="18" charset="0"/>
              </a:rPr>
              <a:t>Provides personalized AI responses based on user preferences.</a:t>
            </a:r>
            <a:r>
              <a:rPr lang="en-US" sz="2000" dirty="0">
                <a:latin typeface="Times New Roman" panose="02020603050405020304" pitchFamily="18" charset="0"/>
                <a:ea typeface="Calibri"/>
                <a:cs typeface="Times New Roman" panose="02020603050405020304" pitchFamily="18" charset="0"/>
              </a:rPr>
              <a:t> </a:t>
            </a:r>
          </a:p>
          <a:p>
            <a:pPr>
              <a:lnSpc>
                <a:spcPct val="150000"/>
              </a:lnSpc>
            </a:pPr>
            <a:r>
              <a:rPr lang="en-US" sz="2000" dirty="0">
                <a:latin typeface="Times New Roman" panose="02020603050405020304" pitchFamily="18" charset="0"/>
                <a:cs typeface="Times New Roman" panose="02020603050405020304" pitchFamily="18" charset="0"/>
              </a:rPr>
              <a:t>Maintains conversation history for context-aware interactions.</a:t>
            </a:r>
          </a:p>
          <a:p>
            <a:pPr>
              <a:lnSpc>
                <a:spcPct val="150000"/>
              </a:lnSpc>
            </a:pPr>
            <a:r>
              <a:rPr lang="en-US" sz="2000" dirty="0">
                <a:latin typeface="Times New Roman" panose="02020603050405020304" pitchFamily="18" charset="0"/>
                <a:cs typeface="Times New Roman" panose="02020603050405020304" pitchFamily="18" charset="0"/>
              </a:rPr>
              <a:t>Improves productivity through reminders and smart assistance.</a:t>
            </a:r>
          </a:p>
          <a:p>
            <a:pPr>
              <a:lnSpc>
                <a:spcPct val="150000"/>
              </a:lnSpc>
            </a:pPr>
            <a:r>
              <a:rPr lang="en-US" sz="2000" dirty="0">
                <a:latin typeface="Times New Roman" panose="02020603050405020304" pitchFamily="18" charset="0"/>
                <a:cs typeface="Times New Roman" panose="02020603050405020304" pitchFamily="18" charset="0"/>
              </a:rPr>
              <a:t>Secure authentication and protected user data.</a:t>
            </a:r>
            <a:r>
              <a:rPr lang="en-US" sz="2000" dirty="0">
                <a:latin typeface="Times New Roman" panose="02020603050405020304" pitchFamily="18" charset="0"/>
                <a:ea typeface="Calibri"/>
                <a:cs typeface="Times New Roman" panose="02020603050405020304" pitchFamily="18" charset="0"/>
              </a:rPr>
              <a:t> </a:t>
            </a:r>
          </a:p>
          <a:p>
            <a:pPr>
              <a:lnSpc>
                <a:spcPct val="150000"/>
              </a:lnSpc>
            </a:pPr>
            <a:r>
              <a:rPr lang="en-US" sz="2000" dirty="0">
                <a:latin typeface="Times New Roman" panose="02020603050405020304" pitchFamily="18" charset="0"/>
                <a:cs typeface="Times New Roman" panose="02020603050405020304" pitchFamily="18" charset="0"/>
              </a:rPr>
              <a:t>Scalable system that can be extended with new AI features.</a:t>
            </a:r>
            <a:endParaRPr lang="en-US" sz="2000" dirty="0">
              <a:latin typeface="Times New Roman" panose="02020603050405020304" pitchFamily="18" charset="0"/>
              <a:ea typeface="Calibri"/>
              <a:cs typeface="Times New Roman" panose="02020603050405020304" pitchFamily="18" charset="0"/>
            </a:endParaRPr>
          </a:p>
          <a:p>
            <a:pPr marL="0" indent="0">
              <a:lnSpc>
                <a:spcPct val="150000"/>
              </a:lnSpc>
              <a:buNone/>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Demerits:</a:t>
            </a:r>
          </a:p>
          <a:p>
            <a:pPr>
              <a:lnSpc>
                <a:spcPct val="150000"/>
              </a:lnSpc>
            </a:pPr>
            <a:r>
              <a:rPr lang="en-US" sz="2000" dirty="0">
                <a:latin typeface="Times New Roman" panose="02020603050405020304" pitchFamily="18" charset="0"/>
                <a:cs typeface="Times New Roman" panose="02020603050405020304" pitchFamily="18" charset="0"/>
              </a:rPr>
              <a:t>Response accuracy depends on the performance of the language model.</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p>
          <a:p>
            <a:pPr>
              <a:lnSpc>
                <a:spcPct val="150000"/>
              </a:lnSpc>
            </a:pPr>
            <a:r>
              <a:rPr lang="en-US" sz="2000" dirty="0">
                <a:latin typeface="Times New Roman" panose="02020603050405020304" pitchFamily="18" charset="0"/>
                <a:cs typeface="Times New Roman" panose="02020603050405020304" pitchFamily="18" charset="0"/>
              </a:rPr>
              <a:t>Requires higher computational resources for AI processing.</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p>
          <a:p>
            <a:pPr>
              <a:lnSpc>
                <a:spcPct val="150000"/>
              </a:lnSpc>
            </a:pPr>
            <a:r>
              <a:rPr lang="en-US" sz="2000" dirty="0">
                <a:latin typeface="Times New Roman" panose="02020603050405020304" pitchFamily="18" charset="0"/>
                <a:cs typeface="Times New Roman" panose="02020603050405020304" pitchFamily="18" charset="0"/>
              </a:rPr>
              <a:t>Initial setup and integration of AI models may be complex.</a:t>
            </a:r>
          </a:p>
          <a:p>
            <a:pPr>
              <a:lnSpc>
                <a:spcPct val="150000"/>
              </a:lnSpc>
            </a:pPr>
            <a:r>
              <a:rPr lang="en-US" sz="2000" dirty="0">
                <a:latin typeface="Times New Roman" panose="02020603050405020304" pitchFamily="18" charset="0"/>
                <a:cs typeface="Times New Roman" panose="02020603050405020304" pitchFamily="18" charset="0"/>
              </a:rPr>
              <a:t>Managing long-term user memory may increase storage complexity.</a:t>
            </a:r>
          </a:p>
          <a:p>
            <a:pPr>
              <a:lnSpc>
                <a:spcPct val="150000"/>
              </a:lnSpc>
            </a:pPr>
            <a:r>
              <a:rPr lang="en-US" sz="2000" dirty="0">
                <a:latin typeface="Times New Roman" panose="02020603050405020304" pitchFamily="18" charset="0"/>
                <a:cs typeface="Times New Roman" panose="02020603050405020304" pitchFamily="18" charset="0"/>
              </a:rPr>
              <a:t>Response time may increase when processing complex queries.</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61950" indent="-285750">
              <a:spcBef>
                <a:spcPts val="480"/>
              </a:spcBef>
            </a:pPr>
            <a:endParaRPr lang="en-IN"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5135FD9D-5025-A805-626A-BAEA93EF5005}"/>
              </a:ext>
            </a:extLst>
          </p:cNvPr>
          <p:cNvSpPr>
            <a:spLocks noGrp="1"/>
          </p:cNvSpPr>
          <p:nvPr/>
        </p:nvSpPr>
        <p:spPr>
          <a:xfrm>
            <a:off x="-2658140" y="-2844800"/>
            <a:ext cx="14850140" cy="68453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a:solidFill>
                  <a:schemeClr val="bg2">
                    <a:lumMod val="10000"/>
                  </a:schemeClr>
                </a:solidFill>
                <a:latin typeface="Times New Roman" panose="02020603050405020304" pitchFamily="18" charset="0"/>
                <a:cs typeface="Times New Roman" panose="02020603050405020304" pitchFamily="18" charset="0"/>
              </a:rPr>
              <a:t>MERITS / DEMERITS OF PROPOSED SOLUTION</a:t>
            </a:r>
          </a:p>
        </p:txBody>
      </p:sp>
    </p:spTree>
    <p:extLst>
      <p:ext uri="{BB962C8B-B14F-4D97-AF65-F5344CB8AC3E}">
        <p14:creationId xmlns:p14="http://schemas.microsoft.com/office/powerpoint/2010/main" val="3319382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440871" y="513424"/>
            <a:ext cx="11364686" cy="5842925"/>
          </a:xfrm>
        </p:spPr>
        <p:txBody>
          <a:bodyPr>
            <a:normAutofit/>
          </a:bodyPr>
          <a:lstStyle/>
          <a:p>
            <a:pPr marL="0" indent="0" algn="just">
              <a:buNone/>
            </a:pPr>
            <a:r>
              <a:rPr lang="en-IN" b="1" dirty="0">
                <a:solidFill>
                  <a:schemeClr val="tx1"/>
                </a:solidFill>
                <a:latin typeface="Times New Roman" panose="02020603050405020304" pitchFamily="18" charset="0"/>
                <a:cs typeface="Times New Roman" panose="02020603050405020304" pitchFamily="18" charset="0"/>
              </a:rPr>
              <a:t>FUNCTIONAL REQUIREMENTS</a:t>
            </a:r>
            <a:endParaRPr lang="en-IN" sz="2400" b="1" dirty="0">
              <a:solidFill>
                <a:schemeClr val="tx1"/>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Personalized User Interaction:</a:t>
            </a:r>
            <a:r>
              <a:rPr lang="en-US" sz="2000" dirty="0">
                <a:latin typeface="Times New Roman" panose="02020603050405020304" pitchFamily="18" charset="0"/>
                <a:cs typeface="Times New Roman" panose="02020603050405020304" pitchFamily="18" charset="0"/>
              </a:rPr>
              <a:t> The system adapts responses based on each user’s preferences and behavior.</a:t>
            </a:r>
          </a:p>
          <a:p>
            <a:pPr>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Emotion Detection:</a:t>
            </a:r>
            <a:r>
              <a:rPr lang="en-US" sz="2000" dirty="0">
                <a:latin typeface="Times New Roman" panose="02020603050405020304" pitchFamily="18" charset="0"/>
                <a:cs typeface="Times New Roman" panose="02020603050405020304" pitchFamily="18" charset="0"/>
              </a:rPr>
              <a:t> The system identifies user emotions from text and responds empathetically.</a:t>
            </a:r>
          </a:p>
          <a:p>
            <a:pPr>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Task and Reminder Management:</a:t>
            </a:r>
            <a:r>
              <a:rPr lang="en-US" sz="2000" dirty="0">
                <a:latin typeface="Times New Roman" panose="02020603050405020304" pitchFamily="18" charset="0"/>
                <a:cs typeface="Times New Roman" panose="02020603050405020304" pitchFamily="18" charset="0"/>
              </a:rPr>
              <a:t> The system allows users to create, update, and receive reminders for tasks.</a:t>
            </a:r>
          </a:p>
          <a:p>
            <a:pPr>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User Profile Management:</a:t>
            </a:r>
            <a:r>
              <a:rPr lang="en-US" sz="2000" dirty="0">
                <a:latin typeface="Times New Roman" panose="02020603050405020304" pitchFamily="18" charset="0"/>
                <a:cs typeface="Times New Roman" panose="02020603050405020304" pitchFamily="18" charset="0"/>
              </a:rPr>
              <a:t> The system stores and manages user details, preferences, and history securely.</a:t>
            </a:r>
          </a:p>
          <a:p>
            <a:pPr>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Notifications and Alerts:</a:t>
            </a:r>
            <a:r>
              <a:rPr lang="en-US" sz="2000" dirty="0">
                <a:latin typeface="Times New Roman" panose="02020603050405020304" pitchFamily="18" charset="0"/>
                <a:cs typeface="Times New Roman" panose="02020603050405020304" pitchFamily="18" charset="0"/>
              </a:rPr>
              <a:t> The system sends timely alerts for reminders, updates, and important events.</a:t>
            </a:r>
          </a:p>
          <a:p>
            <a:pPr>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Context-Aware Conversation:</a:t>
            </a:r>
            <a:r>
              <a:rPr lang="en-US" sz="2000" dirty="0">
                <a:latin typeface="Times New Roman" panose="02020603050405020304" pitchFamily="18" charset="0"/>
                <a:cs typeface="Times New Roman" panose="02020603050405020304" pitchFamily="18" charset="0"/>
              </a:rPr>
              <a:t> The system remembers past interactions to provide meaningful and relevant responses.</a:t>
            </a:r>
            <a:endParaRPr lang="en-IN" sz="2000" b="1" dirty="0">
              <a:solidFill>
                <a:schemeClr val="tx1"/>
              </a:solidFill>
              <a:latin typeface="Times New Roman" panose="02020603050405020304" pitchFamily="18" charset="0"/>
              <a:cs typeface="Times New Roman" panose="02020603050405020304" pitchFamily="18" charset="0"/>
            </a:endParaRPr>
          </a:p>
          <a:p>
            <a:pPr marL="0" indent="0">
              <a:buNone/>
            </a:pPr>
            <a:endParaRPr lang="en-IN" sz="2200" b="1" dirty="0">
              <a:solidFill>
                <a:schemeClr val="tx1"/>
              </a:solidFill>
              <a:latin typeface="Times New Roman" panose="02020603050405020304" pitchFamily="18" charset="0"/>
              <a:cs typeface="Times New Roman" panose="02020603050405020304" pitchFamily="18" charset="0"/>
            </a:endParaRPr>
          </a:p>
        </p:txBody>
      </p:sp>
      <p:sp>
        <p:nvSpPr>
          <p:cNvPr id="8" name="Footer Placeholder 6">
            <a:extLst>
              <a:ext uri="{FF2B5EF4-FFF2-40B4-BE49-F238E27FC236}">
                <a16:creationId xmlns:a16="http://schemas.microsoft.com/office/drawing/2014/main" id="{34866677-488D-6D64-FD13-8FC64E4FA694}"/>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9" name="Date Placeholder 7">
            <a:extLst>
              <a:ext uri="{FF2B5EF4-FFF2-40B4-BE49-F238E27FC236}">
                <a16:creationId xmlns:a16="http://schemas.microsoft.com/office/drawing/2014/main" id="{BC5A38B8-749D-330E-D19C-3A15F93646ED}"/>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10" name="Slide Number Placeholder 5">
            <a:extLst>
              <a:ext uri="{FF2B5EF4-FFF2-40B4-BE49-F238E27FC236}">
                <a16:creationId xmlns:a16="http://schemas.microsoft.com/office/drawing/2014/main" id="{0B5BB9FE-7F4B-789D-079E-68196E460A51}"/>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16</a:t>
            </a:fld>
            <a:endParaRPr lang="en-IN"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459" y="449620"/>
            <a:ext cx="11294770" cy="5591951"/>
          </a:xfrm>
        </p:spPr>
        <p:txBody>
          <a:bodyPr>
            <a:normAutofit fontScale="92500" lnSpcReduction="20000"/>
          </a:bodyPr>
          <a:lstStyle/>
          <a:p>
            <a:pPr marL="0" indent="0">
              <a:buNone/>
            </a:pPr>
            <a:r>
              <a:rPr lang="en-IN" b="1" dirty="0">
                <a:solidFill>
                  <a:schemeClr val="tx1"/>
                </a:solidFill>
                <a:latin typeface="Times New Roman" panose="02020603050405020304" pitchFamily="18" charset="0"/>
                <a:cs typeface="Times New Roman" panose="02020603050405020304" pitchFamily="18" charset="0"/>
              </a:rPr>
              <a:t>NON-FUNCTIONAL REQUIREMENTS</a:t>
            </a:r>
          </a:p>
          <a:p>
            <a:pPr marL="0" indent="0">
              <a:buNone/>
            </a:pPr>
            <a:endParaRPr lang="en-IN" b="1" dirty="0">
              <a:solidFill>
                <a:schemeClr val="tx1"/>
              </a:solidFill>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Non-functional requirements for </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Replimate</a:t>
            </a:r>
            <a:r>
              <a:rPr lang="en-US" sz="2000" b="1" dirty="0">
                <a:latin typeface="Times New Roman" panose="02020603050405020304" pitchFamily="18" charset="0"/>
                <a:cs typeface="Times New Roman" panose="02020603050405020304" pitchFamily="18" charset="0"/>
              </a:rPr>
              <a:t> : AI-Powered Personal Digital Twin”</a:t>
            </a:r>
            <a:r>
              <a:rPr lang="en-US" sz="2000" dirty="0">
                <a:latin typeface="Times New Roman" panose="02020603050405020304" pitchFamily="18" charset="0"/>
                <a:cs typeface="Times New Roman" panose="02020603050405020304" pitchFamily="18" charset="0"/>
              </a:rPr>
              <a:t> ensure that the system is not only intelligent but also secure, reliable, and user-friendly. The system must deliver fast and personalized responses, protect user privacy, and adapt smoothly to different users while remaining easy to maintain and scale.</a:t>
            </a:r>
          </a:p>
          <a:p>
            <a:pPr marL="0" indent="0">
              <a:lnSpc>
                <a:spcPct val="150000"/>
              </a:lnSpc>
              <a:buNone/>
            </a:pPr>
            <a:r>
              <a:rPr lang="en-US" sz="2000" dirty="0">
                <a:latin typeface="Times New Roman" panose="02020603050405020304" pitchFamily="18" charset="0"/>
                <a:cs typeface="Times New Roman" panose="02020603050405020304" pitchFamily="18" charset="0"/>
              </a:rPr>
              <a:t>For the </a:t>
            </a:r>
            <a:r>
              <a:rPr lang="en-US" sz="2000" dirty="0" err="1">
                <a:latin typeface="Times New Roman" panose="02020603050405020304" pitchFamily="18" charset="0"/>
                <a:cs typeface="Times New Roman" panose="02020603050405020304" pitchFamily="18" charset="0"/>
              </a:rPr>
              <a:t>Replimate</a:t>
            </a:r>
            <a:r>
              <a:rPr lang="en-US" sz="2000" dirty="0">
                <a:latin typeface="Times New Roman" panose="02020603050405020304" pitchFamily="18" charset="0"/>
                <a:cs typeface="Times New Roman" panose="02020603050405020304" pitchFamily="18" charset="0"/>
              </a:rPr>
              <a:t> - AI Powered Personal Digital Twin, Non-Functional Requirements focus on:</a:t>
            </a:r>
          </a:p>
          <a:p>
            <a:pPr algn="just">
              <a:lnSpc>
                <a:spcPct val="150000"/>
              </a:lnSpc>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Scalability  </a:t>
            </a:r>
            <a:r>
              <a:rPr lang="en-US" sz="2000" dirty="0">
                <a:solidFill>
                  <a:schemeClr val="tx1"/>
                </a:solidFill>
                <a:latin typeface="Times New Roman" panose="02020603050405020304" pitchFamily="18" charset="0"/>
                <a:cs typeface="Times New Roman" panose="02020603050405020304" pitchFamily="18" charset="0"/>
              </a:rPr>
              <a:t>   : </a:t>
            </a:r>
            <a:r>
              <a:rPr lang="en-IN" sz="2000" dirty="0">
                <a:latin typeface="Times New Roman" panose="02020603050405020304" pitchFamily="18" charset="0"/>
                <a:cs typeface="Times New Roman" panose="02020603050405020304" pitchFamily="18" charset="0"/>
              </a:rPr>
              <a:t>Supports many users smoothly</a:t>
            </a:r>
            <a:endParaRPr lang="en-US" sz="20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Availability </a:t>
            </a:r>
            <a:r>
              <a:rPr lang="en-US" sz="2000" dirty="0">
                <a:solidFill>
                  <a:schemeClr val="tx1"/>
                </a:solidFill>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Works anytime with low downtime</a:t>
            </a:r>
            <a:endParaRPr lang="en-US" sz="2000" dirty="0">
              <a:solidFill>
                <a:schemeClr val="tx1"/>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Usability</a:t>
            </a:r>
            <a:r>
              <a:rPr lang="en-US" sz="2000" dirty="0">
                <a:solidFill>
                  <a:schemeClr val="tx1"/>
                </a:solidFill>
                <a:latin typeface="Times New Roman" panose="02020603050405020304" pitchFamily="18" charset="0"/>
                <a:cs typeface="Times New Roman" panose="02020603050405020304" pitchFamily="18" charset="0"/>
              </a:rPr>
              <a:t>       : </a:t>
            </a:r>
            <a:r>
              <a:rPr lang="en-IN" sz="2000" dirty="0">
                <a:latin typeface="Times New Roman" panose="02020603050405020304" pitchFamily="18" charset="0"/>
                <a:cs typeface="Times New Roman" panose="02020603050405020304" pitchFamily="18" charset="0"/>
              </a:rPr>
              <a:t>Simple and user-friendly interface</a:t>
            </a:r>
            <a:endParaRPr lang="en-US" sz="2000" dirty="0">
              <a:solidFill>
                <a:schemeClr val="tx1"/>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Maintenance</a:t>
            </a:r>
            <a:r>
              <a:rPr lang="en-US" sz="2000" dirty="0">
                <a:solidFill>
                  <a:schemeClr val="tx1"/>
                </a:solidFill>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Easy to update and manage</a:t>
            </a:r>
            <a:endParaRPr lang="en-US" sz="2000" dirty="0">
              <a:solidFill>
                <a:schemeClr val="tx1"/>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Security</a:t>
            </a:r>
            <a:r>
              <a:rPr lang="en-US" sz="2000" dirty="0">
                <a:solidFill>
                  <a:schemeClr val="tx1"/>
                </a:solidFill>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Strong data protection and privacy</a:t>
            </a:r>
            <a:endParaRPr lang="en-US" sz="2000" dirty="0">
              <a:solidFill>
                <a:schemeClr val="tx1"/>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Performance </a:t>
            </a:r>
            <a:r>
              <a:rPr lang="en-US" sz="2000" dirty="0">
                <a:solidFill>
                  <a:schemeClr val="tx1"/>
                </a:solidFill>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Fast and responsive system</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3" name="Footer Placeholder 6">
            <a:extLst>
              <a:ext uri="{FF2B5EF4-FFF2-40B4-BE49-F238E27FC236}">
                <a16:creationId xmlns:a16="http://schemas.microsoft.com/office/drawing/2014/main" id="{3469A512-20CC-317D-8CC8-DA46A324340D}"/>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14" name="Date Placeholder 7">
            <a:extLst>
              <a:ext uri="{FF2B5EF4-FFF2-40B4-BE49-F238E27FC236}">
                <a16:creationId xmlns:a16="http://schemas.microsoft.com/office/drawing/2014/main" id="{1A60FBB6-D484-842E-914F-A229BAA664B3}"/>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15" name="Slide Number Placeholder 5">
            <a:extLst>
              <a:ext uri="{FF2B5EF4-FFF2-40B4-BE49-F238E27FC236}">
                <a16:creationId xmlns:a16="http://schemas.microsoft.com/office/drawing/2014/main" id="{F1EA46F3-D852-4693-79A0-F4E7B5C7E718}"/>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17</a:t>
            </a:fld>
            <a:endParaRPr lang="en-IN"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1886" y="365972"/>
            <a:ext cx="11413671" cy="5827789"/>
          </a:xfrm>
        </p:spPr>
        <p:txBody>
          <a:bodyPr>
            <a:normAutofit fontScale="77500" lnSpcReduction="20000"/>
          </a:bodyPr>
          <a:lstStyle/>
          <a:p>
            <a:pPr marL="0" indent="0">
              <a:buNone/>
            </a:pPr>
            <a:r>
              <a:rPr lang="en-IN" sz="3100" b="1" dirty="0">
                <a:solidFill>
                  <a:schemeClr val="tx1"/>
                </a:solidFill>
                <a:latin typeface="Times New Roman" panose="02020603050405020304" pitchFamily="18" charset="0"/>
                <a:cs typeface="Times New Roman" panose="02020603050405020304" pitchFamily="18" charset="0"/>
              </a:rPr>
              <a:t> FEASIBILITY STUDY</a:t>
            </a:r>
            <a:endParaRPr lang="en-IN" sz="3100" b="1" dirty="0">
              <a:latin typeface="Times New Roman" panose="02020603050405020304" pitchFamily="18" charset="0"/>
              <a:cs typeface="Times New Roman" panose="02020603050405020304" pitchFamily="18" charset="0"/>
            </a:endParaRPr>
          </a:p>
          <a:p>
            <a:pPr marL="0" indent="0">
              <a:buNone/>
            </a:pPr>
            <a:endParaRPr lang="en-IN" sz="3100" b="1" dirty="0">
              <a:solidFill>
                <a:schemeClr val="tx1"/>
              </a:solidFill>
              <a:latin typeface="Times New Roman" panose="02020603050405020304" pitchFamily="18" charset="0"/>
              <a:cs typeface="Times New Roman" panose="02020603050405020304" pitchFamily="18" charset="0"/>
            </a:endParaRPr>
          </a:p>
          <a:p>
            <a:pPr marL="0" indent="0">
              <a:lnSpc>
                <a:spcPct val="160000"/>
              </a:lnSpc>
              <a:buNone/>
            </a:pPr>
            <a:r>
              <a:rPr lang="en-US" sz="2300" dirty="0">
                <a:latin typeface="Times New Roman" panose="02020603050405020304" pitchFamily="18" charset="0"/>
                <a:cs typeface="Times New Roman" panose="02020603050405020304" pitchFamily="18" charset="0"/>
              </a:rPr>
              <a:t>A </a:t>
            </a:r>
            <a:r>
              <a:rPr lang="en-US" sz="2300" dirty="0" err="1">
                <a:latin typeface="Times New Roman" panose="02020603050405020304" pitchFamily="18" charset="0"/>
                <a:cs typeface="Times New Roman" panose="02020603050405020304" pitchFamily="18" charset="0"/>
              </a:rPr>
              <a:t>RepliMate</a:t>
            </a:r>
            <a:r>
              <a:rPr lang="en-US" sz="2300" dirty="0">
                <a:latin typeface="Times New Roman" panose="02020603050405020304" pitchFamily="18" charset="0"/>
                <a:cs typeface="Times New Roman" panose="02020603050405020304" pitchFamily="18" charset="0"/>
              </a:rPr>
              <a:t> feasibility study examines whether building an AI-powered personal digital twin is practical and effective. It evaluates the system’s technical capability to learn user behavior, ensure privacy, and generate intelligent responses, along with the cost, usability, and real-world deployment needs.</a:t>
            </a:r>
          </a:p>
          <a:p>
            <a:pPr marL="0" indent="0">
              <a:lnSpc>
                <a:spcPct val="160000"/>
              </a:lnSpc>
              <a:buNone/>
            </a:pPr>
            <a:r>
              <a:rPr lang="en-US" sz="2300" dirty="0">
                <a:latin typeface="Times New Roman" panose="02020603050405020304" pitchFamily="18" charset="0"/>
                <a:cs typeface="Times New Roman" panose="02020603050405020304" pitchFamily="18" charset="0"/>
              </a:rPr>
              <a:t>A feasibility study involves three types:</a:t>
            </a:r>
          </a:p>
          <a:p>
            <a:pPr marL="0" indent="0">
              <a:lnSpc>
                <a:spcPct val="160000"/>
              </a:lnSpc>
              <a:buNone/>
            </a:pPr>
            <a:r>
              <a:rPr lang="en-US" sz="2300" b="1" dirty="0">
                <a:latin typeface="Times New Roman" panose="02020603050405020304" pitchFamily="18" charset="0"/>
                <a:cs typeface="Times New Roman" panose="02020603050405020304" pitchFamily="18" charset="0"/>
              </a:rPr>
              <a:t>Technical Feasibility:</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Checks availability of AI models, RAG techniques, encryption methods, and system architecture needed to build </a:t>
            </a:r>
            <a:r>
              <a:rPr lang="en-US" sz="2300" dirty="0" err="1">
                <a:latin typeface="Times New Roman" panose="02020603050405020304" pitchFamily="18" charset="0"/>
                <a:cs typeface="Times New Roman" panose="02020603050405020304" pitchFamily="18" charset="0"/>
              </a:rPr>
              <a:t>Replimate</a:t>
            </a:r>
            <a:r>
              <a:rPr lang="en-US" sz="2300" dirty="0">
                <a:latin typeface="Times New Roman" panose="02020603050405020304" pitchFamily="18" charset="0"/>
                <a:cs typeface="Times New Roman" panose="02020603050405020304" pitchFamily="18" charset="0"/>
              </a:rPr>
              <a:t>.</a:t>
            </a:r>
          </a:p>
          <a:p>
            <a:pPr marL="0" indent="0">
              <a:lnSpc>
                <a:spcPct val="160000"/>
              </a:lnSpc>
              <a:buNone/>
            </a:pPr>
            <a:r>
              <a:rPr lang="en-US" sz="2300" b="1" dirty="0">
                <a:latin typeface="Times New Roman" panose="02020603050405020304" pitchFamily="18" charset="0"/>
                <a:cs typeface="Times New Roman" panose="02020603050405020304" pitchFamily="18" charset="0"/>
              </a:rPr>
              <a:t>Operational Feasibility:</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Ensures the system is easy to use, integrates smoothly into daily life, and meets user needs for personalization and privacy.</a:t>
            </a:r>
            <a:endParaRPr lang="en-IN" sz="2300" b="1" dirty="0">
              <a:solidFill>
                <a:schemeClr val="tx1"/>
              </a:solidFill>
              <a:latin typeface="Times New Roman" panose="02020603050405020304" pitchFamily="18" charset="0"/>
              <a:cs typeface="Times New Roman" panose="02020603050405020304" pitchFamily="18" charset="0"/>
            </a:endParaRPr>
          </a:p>
          <a:p>
            <a:pPr marL="0" indent="0">
              <a:lnSpc>
                <a:spcPct val="160000"/>
              </a:lnSpc>
              <a:buNone/>
            </a:pPr>
            <a:r>
              <a:rPr lang="en-US" sz="2300" b="1" dirty="0">
                <a:latin typeface="Times New Roman" panose="02020603050405020304" pitchFamily="18" charset="0"/>
                <a:cs typeface="Times New Roman" panose="02020603050405020304" pitchFamily="18" charset="0"/>
              </a:rPr>
              <a:t>Economic Feasibility:</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Evaluates development and deployment cost, using open-source tools and cloud services to keep the system affordable.</a:t>
            </a:r>
            <a:endParaRPr lang="en-IN" sz="2300" b="1"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6">
            <a:extLst>
              <a:ext uri="{FF2B5EF4-FFF2-40B4-BE49-F238E27FC236}">
                <a16:creationId xmlns:a16="http://schemas.microsoft.com/office/drawing/2014/main" id="{5B3D4A3A-3B14-608F-4C2B-E9AB3EFDF7EC}"/>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8" name="Date Placeholder 7">
            <a:extLst>
              <a:ext uri="{FF2B5EF4-FFF2-40B4-BE49-F238E27FC236}">
                <a16:creationId xmlns:a16="http://schemas.microsoft.com/office/drawing/2014/main" id="{1BCDEF1B-63DE-B391-1750-0F88FAF4FD6F}"/>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9" name="Slide Number Placeholder 5">
            <a:extLst>
              <a:ext uri="{FF2B5EF4-FFF2-40B4-BE49-F238E27FC236}">
                <a16:creationId xmlns:a16="http://schemas.microsoft.com/office/drawing/2014/main" id="{D6C549D3-0B9C-A3CC-3A4C-A86C210D59D2}"/>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18</a:t>
            </a:fld>
            <a:endParaRPr lang="en-IN"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ECD42-C255-8A29-2F47-797A66149989}"/>
              </a:ext>
            </a:extLst>
          </p:cNvPr>
          <p:cNvSpPr>
            <a:spLocks noGrp="1"/>
          </p:cNvSpPr>
          <p:nvPr>
            <p:ph type="title"/>
          </p:nvPr>
        </p:nvSpPr>
        <p:spPr>
          <a:xfrm>
            <a:off x="446567" y="183092"/>
            <a:ext cx="11481272" cy="762000"/>
          </a:xfrm>
        </p:spPr>
        <p:txBody>
          <a:bodyPr>
            <a:normAutofit/>
          </a:bodyPr>
          <a:lstStyle/>
          <a:p>
            <a:r>
              <a:rPr lang="en-IN" sz="2800" b="1" dirty="0">
                <a:latin typeface="Times New Roman" panose="02020603050405020304" pitchFamily="18" charset="0"/>
                <a:cs typeface="Times New Roman" panose="02020603050405020304" pitchFamily="18" charset="0"/>
              </a:rPr>
              <a:t>  MODULES</a:t>
            </a:r>
          </a:p>
        </p:txBody>
      </p:sp>
      <p:sp>
        <p:nvSpPr>
          <p:cNvPr id="3" name="Content Placeholder 2">
            <a:extLst>
              <a:ext uri="{FF2B5EF4-FFF2-40B4-BE49-F238E27FC236}">
                <a16:creationId xmlns:a16="http://schemas.microsoft.com/office/drawing/2014/main" id="{0E7B744A-8B7D-2D4E-804D-6C4456F29B70}"/>
              </a:ext>
            </a:extLst>
          </p:cNvPr>
          <p:cNvSpPr>
            <a:spLocks noGrp="1"/>
          </p:cNvSpPr>
          <p:nvPr>
            <p:ph idx="1"/>
          </p:nvPr>
        </p:nvSpPr>
        <p:spPr>
          <a:xfrm>
            <a:off x="629919" y="935029"/>
            <a:ext cx="5791201" cy="1807029"/>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1. User Authentication Module:</a:t>
            </a:r>
          </a:p>
          <a:p>
            <a:pPr marL="0" indent="0">
              <a:buNone/>
            </a:pPr>
            <a:r>
              <a:rPr lang="en-US" sz="2000" dirty="0">
                <a:latin typeface="Times New Roman" panose="02020603050405020304" pitchFamily="18" charset="0"/>
                <a:cs typeface="Times New Roman" panose="02020603050405020304" pitchFamily="18" charset="0"/>
              </a:rPr>
              <a:t>User signup and login</a:t>
            </a:r>
          </a:p>
          <a:p>
            <a:pPr marL="0" indent="0">
              <a:buNone/>
            </a:pPr>
            <a:r>
              <a:rPr lang="en-US" sz="2000" dirty="0">
                <a:latin typeface="Times New Roman" panose="02020603050405020304" pitchFamily="18" charset="0"/>
                <a:cs typeface="Times New Roman" panose="02020603050405020304" pitchFamily="18" charset="0"/>
              </a:rPr>
              <a:t>Secure password hashing (</a:t>
            </a:r>
            <a:r>
              <a:rPr lang="en-US" sz="2000" dirty="0" err="1">
                <a:latin typeface="Times New Roman" panose="02020603050405020304" pitchFamily="18" charset="0"/>
                <a:cs typeface="Times New Roman" panose="02020603050405020304" pitchFamily="18" charset="0"/>
              </a:rPr>
              <a:t>bcrypt</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Session handling per user</a:t>
            </a:r>
          </a:p>
          <a:p>
            <a:endParaRPr lang="en-US" sz="2300" dirty="0">
              <a:latin typeface="Times New Roman" panose="02020603050405020304" pitchFamily="18" charset="0"/>
              <a:cs typeface="Times New Roman" panose="02020603050405020304" pitchFamily="18" charset="0"/>
            </a:endParaRPr>
          </a:p>
          <a:p>
            <a:endParaRPr lang="en-US" sz="2300" dirty="0">
              <a:latin typeface="Times New Roman" panose="02020603050405020304" pitchFamily="18" charset="0"/>
              <a:cs typeface="Times New Roman" panose="02020603050405020304" pitchFamily="18" charset="0"/>
            </a:endParaRPr>
          </a:p>
          <a:p>
            <a:pPr marL="0" indent="0">
              <a:buNone/>
            </a:pPr>
            <a:endParaRPr lang="en-US" sz="2300" dirty="0">
              <a:latin typeface="Times New Roman" panose="02020603050405020304" pitchFamily="18" charset="0"/>
              <a:cs typeface="Times New Roman" panose="02020603050405020304" pitchFamily="18" charset="0"/>
            </a:endParaRPr>
          </a:p>
          <a:p>
            <a:pPr marL="0" indent="0">
              <a:buNone/>
            </a:pPr>
            <a:endParaRPr lang="en-IN" sz="23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0E57B953-F79D-96F0-9D2E-0CF49788FDF2}"/>
              </a:ext>
            </a:extLst>
          </p:cNvPr>
          <p:cNvSpPr txBox="1">
            <a:spLocks/>
          </p:cNvSpPr>
          <p:nvPr/>
        </p:nvSpPr>
        <p:spPr>
          <a:xfrm>
            <a:off x="629920" y="2613733"/>
            <a:ext cx="5791201" cy="1807029"/>
          </a:xfrm>
          <a:prstGeom prst="rect">
            <a:avLst/>
          </a:prstGeom>
        </p:spPr>
        <p:txBody>
          <a:bodyPr vert="horz" lIns="60960" tIns="30480" rIns="60960" bIns="3048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2. User Profile &amp; Memory Module:</a:t>
            </a:r>
          </a:p>
          <a:p>
            <a:pPr marL="0" indent="0">
              <a:buNone/>
            </a:pPr>
            <a:r>
              <a:rPr lang="en-US" sz="2000" dirty="0">
                <a:latin typeface="Times New Roman" panose="02020603050405020304" pitchFamily="18" charset="0"/>
                <a:cs typeface="Times New Roman" panose="02020603050405020304" pitchFamily="18" charset="0"/>
              </a:rPr>
              <a:t>Stores user preferences (likes, dislikes, style)</a:t>
            </a:r>
          </a:p>
          <a:p>
            <a:pPr marL="0" indent="0">
              <a:buNone/>
            </a:pPr>
            <a:r>
              <a:rPr lang="en-US" sz="2000" dirty="0">
                <a:latin typeface="Times New Roman" panose="02020603050405020304" pitchFamily="18" charset="0"/>
                <a:cs typeface="Times New Roman" panose="02020603050405020304" pitchFamily="18" charset="0"/>
              </a:rPr>
              <a:t>Auto-learning from conversations</a:t>
            </a:r>
          </a:p>
          <a:p>
            <a:pPr marL="0" indent="0">
              <a:buNone/>
            </a:pPr>
            <a:r>
              <a:rPr lang="en-US" sz="2000" dirty="0">
                <a:latin typeface="Times New Roman" panose="02020603050405020304" pitchFamily="18" charset="0"/>
                <a:cs typeface="Times New Roman" panose="02020603050405020304" pitchFamily="18" charset="0"/>
              </a:rPr>
              <a:t>Maintains long-term personalized memory</a:t>
            </a:r>
          </a:p>
          <a:p>
            <a:pPr marL="0" indent="0">
              <a:buNone/>
            </a:pPr>
            <a:endParaRPr lang="en-IN" sz="23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80B2EAE-B299-8308-5650-651FE2BD772E}"/>
              </a:ext>
            </a:extLst>
          </p:cNvPr>
          <p:cNvSpPr txBox="1"/>
          <p:nvPr/>
        </p:nvSpPr>
        <p:spPr>
          <a:xfrm>
            <a:off x="629919" y="4234886"/>
            <a:ext cx="7086601" cy="163121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3. Chat Session Management Module:</a:t>
            </a:r>
          </a:p>
          <a:p>
            <a:r>
              <a:rPr lang="en-US" sz="2000" dirty="0">
                <a:latin typeface="Times New Roman" panose="02020603050405020304" pitchFamily="18" charset="0"/>
                <a:cs typeface="Times New Roman" panose="02020603050405020304" pitchFamily="18" charset="0"/>
              </a:rPr>
              <a:t>Create new chat sessions</a:t>
            </a:r>
          </a:p>
          <a:p>
            <a:r>
              <a:rPr lang="en-US" sz="2000" dirty="0">
                <a:latin typeface="Times New Roman" panose="02020603050405020304" pitchFamily="18" charset="0"/>
                <a:cs typeface="Times New Roman" panose="02020603050405020304" pitchFamily="18" charset="0"/>
              </a:rPr>
              <a:t>Maintain multiple chats per user</a:t>
            </a:r>
          </a:p>
          <a:p>
            <a:r>
              <a:rPr lang="en-US" sz="2000" dirty="0">
                <a:latin typeface="Times New Roman" panose="02020603050405020304" pitchFamily="18" charset="0"/>
                <a:cs typeface="Times New Roman" panose="02020603050405020304" pitchFamily="18" charset="0"/>
              </a:rPr>
              <a:t>Load previous chat history</a:t>
            </a:r>
          </a:p>
          <a:p>
            <a:r>
              <a:rPr lang="en-US" sz="2000" dirty="0">
                <a:latin typeface="Times New Roman" panose="02020603050405020304" pitchFamily="18" charset="0"/>
                <a:cs typeface="Times New Roman" panose="02020603050405020304" pitchFamily="18" charset="0"/>
              </a:rPr>
              <a:t>Sidebar-based chat navigation</a:t>
            </a:r>
          </a:p>
        </p:txBody>
      </p:sp>
      <p:sp>
        <p:nvSpPr>
          <p:cNvPr id="10" name="Footer Placeholder 6">
            <a:extLst>
              <a:ext uri="{FF2B5EF4-FFF2-40B4-BE49-F238E27FC236}">
                <a16:creationId xmlns:a16="http://schemas.microsoft.com/office/drawing/2014/main" id="{278DEDC1-F45C-574E-58E5-3EFA940281DF}"/>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11" name="Date Placeholder 7">
            <a:extLst>
              <a:ext uri="{FF2B5EF4-FFF2-40B4-BE49-F238E27FC236}">
                <a16:creationId xmlns:a16="http://schemas.microsoft.com/office/drawing/2014/main" id="{CB18A01F-59C1-3475-6178-20D255EA1C71}"/>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13" name="Slide Number Placeholder 5">
            <a:extLst>
              <a:ext uri="{FF2B5EF4-FFF2-40B4-BE49-F238E27FC236}">
                <a16:creationId xmlns:a16="http://schemas.microsoft.com/office/drawing/2014/main" id="{5F3570F7-EEE3-0376-891E-D4D8D478B3D7}"/>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19</a:t>
            </a:fld>
            <a:endParaRPr lang="en-IN" dirty="0">
              <a:solidFill>
                <a:schemeClr val="tx1"/>
              </a:solidFill>
            </a:endParaRPr>
          </a:p>
        </p:txBody>
      </p:sp>
    </p:spTree>
    <p:extLst>
      <p:ext uri="{BB962C8B-B14F-4D97-AF65-F5344CB8AC3E}">
        <p14:creationId xmlns:p14="http://schemas.microsoft.com/office/powerpoint/2010/main" val="1570124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525888-C092-0CC8-95DA-81279C12FBED}"/>
              </a:ext>
            </a:extLst>
          </p:cNvPr>
          <p:cNvSpPr>
            <a:spLocks noGrp="1"/>
          </p:cNvSpPr>
          <p:nvPr>
            <p:ph idx="1"/>
          </p:nvPr>
        </p:nvSpPr>
        <p:spPr>
          <a:xfrm>
            <a:off x="531628" y="979714"/>
            <a:ext cx="10822172" cy="4496527"/>
          </a:xfrm>
        </p:spPr>
        <p:txBody>
          <a:bodyPr>
            <a:normAutofit/>
          </a:bodyPr>
          <a:lstStyle/>
          <a:p>
            <a:pPr>
              <a:buNone/>
            </a:pPr>
            <a:r>
              <a:rPr lang="en-IN" sz="2000" b="1" dirty="0">
                <a:latin typeface="Times New Roman" panose="02020603050405020304" pitchFamily="18" charset="0"/>
                <a:cs typeface="Times New Roman" panose="02020603050405020304" pitchFamily="18" charset="0"/>
              </a:rPr>
              <a:t>4. RAG (Retrieval-Augmented Generation) Module:</a:t>
            </a:r>
          </a:p>
          <a:p>
            <a:pPr marL="0" indent="0">
              <a:buNone/>
            </a:pPr>
            <a:r>
              <a:rPr lang="en-IN" sz="2000" dirty="0">
                <a:latin typeface="Times New Roman" panose="02020603050405020304" pitchFamily="18" charset="0"/>
                <a:cs typeface="Times New Roman" panose="02020603050405020304" pitchFamily="18" charset="0"/>
              </a:rPr>
              <a:t>Loads user memory documents</a:t>
            </a:r>
          </a:p>
          <a:p>
            <a:pPr marL="0" indent="0">
              <a:buNone/>
            </a:pPr>
            <a:r>
              <a:rPr lang="en-IN" sz="2000" dirty="0">
                <a:latin typeface="Times New Roman" panose="02020603050405020304" pitchFamily="18" charset="0"/>
                <a:cs typeface="Times New Roman" panose="02020603050405020304" pitchFamily="18" charset="0"/>
              </a:rPr>
              <a:t>Converts data into vector embeddings</a:t>
            </a:r>
          </a:p>
          <a:p>
            <a:pPr marL="0" indent="0">
              <a:buNone/>
            </a:pPr>
            <a:r>
              <a:rPr lang="en-IN" sz="2000" dirty="0">
                <a:latin typeface="Times New Roman" panose="02020603050405020304" pitchFamily="18" charset="0"/>
                <a:cs typeface="Times New Roman" panose="02020603050405020304" pitchFamily="18" charset="0"/>
              </a:rPr>
              <a:t>Retrieves relevant information</a:t>
            </a:r>
          </a:p>
          <a:p>
            <a:pPr marL="0" indent="0">
              <a:buNone/>
            </a:pPr>
            <a:r>
              <a:rPr lang="en-IN" sz="2000" dirty="0">
                <a:latin typeface="Times New Roman" panose="02020603050405020304" pitchFamily="18" charset="0"/>
                <a:cs typeface="Times New Roman" panose="02020603050405020304" pitchFamily="18" charset="0"/>
              </a:rPr>
              <a:t>Enhances LLM responses with context</a:t>
            </a:r>
          </a:p>
          <a:p>
            <a:pPr marL="0" indent="0">
              <a:buNone/>
            </a:pPr>
            <a:endParaRPr lang="en-IN"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5. Backend API Module:</a:t>
            </a:r>
          </a:p>
          <a:p>
            <a:pPr marL="0" indent="0">
              <a:buNone/>
            </a:pPr>
            <a:r>
              <a:rPr lang="en-US" sz="2000" dirty="0">
                <a:latin typeface="Times New Roman" panose="02020603050405020304" pitchFamily="18" charset="0"/>
                <a:cs typeface="Times New Roman" panose="02020603050405020304" pitchFamily="18" charset="0"/>
              </a:rPr>
              <a:t>Built using </a:t>
            </a:r>
            <a:r>
              <a:rPr lang="en-US" sz="2000" dirty="0" err="1">
                <a:latin typeface="Times New Roman" panose="02020603050405020304" pitchFamily="18" charset="0"/>
                <a:cs typeface="Times New Roman" panose="02020603050405020304" pitchFamily="18" charset="0"/>
              </a:rPr>
              <a:t>FastAPI</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Handles authentication, chat, memory APIs</a:t>
            </a:r>
          </a:p>
          <a:p>
            <a:pPr marL="0" indent="0">
              <a:buNone/>
            </a:pPr>
            <a:r>
              <a:rPr lang="en-US" sz="2000" dirty="0">
                <a:latin typeface="Times New Roman" panose="02020603050405020304" pitchFamily="18" charset="0"/>
                <a:cs typeface="Times New Roman" panose="02020603050405020304" pitchFamily="18" charset="0"/>
              </a:rPr>
              <a:t>Manages request–response flow</a:t>
            </a:r>
          </a:p>
          <a:p>
            <a:endParaRPr lang="en-IN" sz="2300" dirty="0"/>
          </a:p>
        </p:txBody>
      </p:sp>
      <p:sp>
        <p:nvSpPr>
          <p:cNvPr id="7" name="Footer Placeholder 6">
            <a:extLst>
              <a:ext uri="{FF2B5EF4-FFF2-40B4-BE49-F238E27FC236}">
                <a16:creationId xmlns:a16="http://schemas.microsoft.com/office/drawing/2014/main" id="{0153720E-C1CF-23F2-9EE0-ED1DD0A5AABA}"/>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8" name="Date Placeholder 7">
            <a:extLst>
              <a:ext uri="{FF2B5EF4-FFF2-40B4-BE49-F238E27FC236}">
                <a16:creationId xmlns:a16="http://schemas.microsoft.com/office/drawing/2014/main" id="{D03F2275-8CBF-D346-2534-8FDE560B0598}"/>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9" name="Slide Number Placeholder 5">
            <a:extLst>
              <a:ext uri="{FF2B5EF4-FFF2-40B4-BE49-F238E27FC236}">
                <a16:creationId xmlns:a16="http://schemas.microsoft.com/office/drawing/2014/main" id="{92380A03-A008-A822-543E-F77856592C85}"/>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20</a:t>
            </a:fld>
            <a:endParaRPr lang="en-IN" dirty="0">
              <a:solidFill>
                <a:schemeClr val="tx1"/>
              </a:solidFill>
            </a:endParaRPr>
          </a:p>
        </p:txBody>
      </p:sp>
    </p:spTree>
    <p:extLst>
      <p:ext uri="{BB962C8B-B14F-4D97-AF65-F5344CB8AC3E}">
        <p14:creationId xmlns:p14="http://schemas.microsoft.com/office/powerpoint/2010/main" val="3179520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852127" cy="6056237"/>
          </a:xfrm>
        </p:spPr>
        <p:txBody>
          <a:bodyPr/>
          <a:lstStyle/>
          <a:p>
            <a:br>
              <a:rPr lang="en-US" sz="2400" b="1" dirty="0">
                <a:solidFill>
                  <a:schemeClr val="tx1"/>
                </a:solidFill>
                <a:latin typeface="Times New Roman" panose="02020603050405020304" pitchFamily="18" charset="0"/>
                <a:cs typeface="Times New Roman" panose="02020603050405020304" pitchFamily="18" charset="0"/>
              </a:rPr>
            </a:br>
            <a:br>
              <a:rPr lang="en-US" sz="2400" b="1" dirty="0">
                <a:solidFill>
                  <a:schemeClr val="tx1"/>
                </a:solidFill>
                <a:latin typeface="Times New Roman" panose="02020603050405020304" pitchFamily="18" charset="0"/>
                <a:cs typeface="Times New Roman" panose="02020603050405020304" pitchFamily="18" charset="0"/>
              </a:rPr>
            </a:br>
            <a:br>
              <a:rPr lang="en-US" sz="2400" b="1" dirty="0">
                <a:solidFill>
                  <a:schemeClr val="tx1"/>
                </a:solidFill>
                <a:latin typeface="Times New Roman" panose="02020603050405020304" pitchFamily="18" charset="0"/>
                <a:cs typeface="Times New Roman" panose="02020603050405020304" pitchFamily="18" charset="0"/>
              </a:rPr>
            </a:br>
            <a:br>
              <a:rPr lang="en-US" sz="2400" b="1" dirty="0">
                <a:solidFill>
                  <a:schemeClr val="tx1"/>
                </a:solidFill>
                <a:latin typeface="Times New Roman" panose="02020603050405020304" pitchFamily="18" charset="0"/>
                <a:cs typeface="Times New Roman" panose="02020603050405020304" pitchFamily="18" charset="0"/>
              </a:rPr>
            </a:br>
            <a:br>
              <a:rPr lang="en-US" sz="2400" b="1" dirty="0">
                <a:solidFill>
                  <a:schemeClr val="tx1"/>
                </a:solidFill>
                <a:latin typeface="Times New Roman" panose="02020603050405020304" pitchFamily="18" charset="0"/>
                <a:cs typeface="Times New Roman" panose="02020603050405020304" pitchFamily="18" charset="0"/>
              </a:rPr>
            </a:br>
            <a:br>
              <a:rPr lang="en-US" sz="2400" b="1" dirty="0">
                <a:solidFill>
                  <a:schemeClr val="tx1"/>
                </a:solidFill>
                <a:latin typeface="Times New Roman" panose="02020603050405020304" pitchFamily="18" charset="0"/>
                <a:cs typeface="Times New Roman" panose="02020603050405020304" pitchFamily="18" charset="0"/>
              </a:rPr>
            </a:br>
            <a:br>
              <a:rPr lang="en-US" sz="2400" b="1" dirty="0">
                <a:solidFill>
                  <a:schemeClr val="tx1"/>
                </a:solidFill>
                <a:latin typeface="Times New Roman" panose="02020603050405020304" pitchFamily="18" charset="0"/>
                <a:cs typeface="Times New Roman" panose="02020603050405020304" pitchFamily="18" charset="0"/>
              </a:rPr>
            </a:br>
            <a:br>
              <a:rPr lang="en-US" sz="2400" b="1" dirty="0">
                <a:solidFill>
                  <a:schemeClr val="tx1"/>
                </a:solidFill>
                <a:latin typeface="Times New Roman" panose="02020603050405020304" pitchFamily="18" charset="0"/>
                <a:cs typeface="Times New Roman" panose="02020603050405020304" pitchFamily="18" charset="0"/>
              </a:rPr>
            </a:br>
            <a:br>
              <a:rPr lang="en-US" sz="2400" b="1" dirty="0">
                <a:solidFill>
                  <a:schemeClr val="tx1"/>
                </a:solidFill>
                <a:latin typeface="Times New Roman" panose="02020603050405020304" pitchFamily="18" charset="0"/>
                <a:cs typeface="Times New Roman" panose="02020603050405020304" pitchFamily="18" charset="0"/>
              </a:rPr>
            </a:br>
            <a:br>
              <a:rPr lang="en-US" sz="2400" b="1" dirty="0">
                <a:solidFill>
                  <a:schemeClr val="tx1"/>
                </a:solidFill>
                <a:latin typeface="Times New Roman" panose="02020603050405020304" pitchFamily="18" charset="0"/>
                <a:cs typeface="Times New Roman" panose="02020603050405020304" pitchFamily="18" charset="0"/>
              </a:rPr>
            </a:br>
            <a:br>
              <a:rPr lang="en-US" sz="2400" b="1" dirty="0">
                <a:solidFill>
                  <a:schemeClr val="tx1"/>
                </a:solidFill>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a:t>
            </a: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8AFD03D-D323-40E8-BD91-BB9D98566FC1}"/>
              </a:ext>
            </a:extLst>
          </p:cNvPr>
          <p:cNvPicPr>
            <a:picLocks noChangeAspect="1"/>
          </p:cNvPicPr>
          <p:nvPr/>
        </p:nvPicPr>
        <p:blipFill>
          <a:blip r:embed="rId3"/>
          <a:stretch>
            <a:fillRect/>
          </a:stretch>
        </p:blipFill>
        <p:spPr>
          <a:xfrm>
            <a:off x="1479941" y="1069766"/>
            <a:ext cx="9232113" cy="4558235"/>
          </a:xfrm>
          <a:prstGeom prst="rect">
            <a:avLst/>
          </a:prstGeom>
        </p:spPr>
      </p:pic>
      <p:sp>
        <p:nvSpPr>
          <p:cNvPr id="5" name="Title 1">
            <a:extLst>
              <a:ext uri="{FF2B5EF4-FFF2-40B4-BE49-F238E27FC236}">
                <a16:creationId xmlns:a16="http://schemas.microsoft.com/office/drawing/2014/main" id="{13A46751-02EB-2404-C6F3-BA4A82C8CFCB}"/>
              </a:ext>
            </a:extLst>
          </p:cNvPr>
          <p:cNvSpPr txBox="1">
            <a:spLocks/>
          </p:cNvSpPr>
          <p:nvPr/>
        </p:nvSpPr>
        <p:spPr>
          <a:xfrm>
            <a:off x="489098" y="541244"/>
            <a:ext cx="10893013" cy="474384"/>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b="1" dirty="0">
                <a:latin typeface="Times New Roman" panose="02020603050405020304" pitchFamily="18" charset="0"/>
                <a:cs typeface="Times New Roman" panose="02020603050405020304" pitchFamily="18" charset="0"/>
              </a:rPr>
              <a:t> SYSTEM ARCHITECTURE</a:t>
            </a:r>
          </a:p>
        </p:txBody>
      </p:sp>
      <p:sp>
        <p:nvSpPr>
          <p:cNvPr id="9" name="TextBox 8">
            <a:extLst>
              <a:ext uri="{FF2B5EF4-FFF2-40B4-BE49-F238E27FC236}">
                <a16:creationId xmlns:a16="http://schemas.microsoft.com/office/drawing/2014/main" id="{30B49C29-F82C-6364-0FB3-B85FE9095C17}"/>
              </a:ext>
            </a:extLst>
          </p:cNvPr>
          <p:cNvSpPr txBox="1"/>
          <p:nvPr/>
        </p:nvSpPr>
        <p:spPr>
          <a:xfrm>
            <a:off x="2305288" y="5682139"/>
            <a:ext cx="7581417" cy="338554"/>
          </a:xfrm>
          <a:prstGeom prst="rect">
            <a:avLst/>
          </a:prstGeom>
          <a:noFill/>
        </p:spPr>
        <p:txBody>
          <a:bodyPr wrap="square" rtlCol="0">
            <a:spAutoFit/>
          </a:bodyPr>
          <a:lstStyle/>
          <a:p>
            <a:pPr algn="ctr"/>
            <a:r>
              <a:rPr lang="en-IN" sz="1600" b="1" dirty="0"/>
              <a:t>Fig 1</a:t>
            </a:r>
            <a:r>
              <a:rPr lang="en-IN" sz="1600" dirty="0"/>
              <a:t>: Architecture for </a:t>
            </a:r>
            <a:r>
              <a:rPr lang="en-IN" sz="1600" dirty="0" err="1"/>
              <a:t>Replimate</a:t>
            </a:r>
            <a:r>
              <a:rPr lang="en-IN" sz="1600" dirty="0"/>
              <a:t> - AI Powered Personal Digital Twin</a:t>
            </a:r>
          </a:p>
        </p:txBody>
      </p:sp>
      <p:sp>
        <p:nvSpPr>
          <p:cNvPr id="10" name="Footer Placeholder 6">
            <a:extLst>
              <a:ext uri="{FF2B5EF4-FFF2-40B4-BE49-F238E27FC236}">
                <a16:creationId xmlns:a16="http://schemas.microsoft.com/office/drawing/2014/main" id="{C9D9E78F-50BD-49F3-1FC9-FA225A35D33A}"/>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11" name="Date Placeholder 7">
            <a:extLst>
              <a:ext uri="{FF2B5EF4-FFF2-40B4-BE49-F238E27FC236}">
                <a16:creationId xmlns:a16="http://schemas.microsoft.com/office/drawing/2014/main" id="{B5A71E19-58EB-8601-FD96-F794156B56E7}"/>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12" name="Slide Number Placeholder 5">
            <a:extLst>
              <a:ext uri="{FF2B5EF4-FFF2-40B4-BE49-F238E27FC236}">
                <a16:creationId xmlns:a16="http://schemas.microsoft.com/office/drawing/2014/main" id="{ADE77B9E-CDB7-BE69-6F17-EDB7937D228A}"/>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21</a:t>
            </a:fld>
            <a:endParaRPr lang="en-IN"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857" y="-81023"/>
            <a:ext cx="11262146" cy="6639549"/>
          </a:xfrm>
        </p:spPr>
        <p:txBody>
          <a:bodyPr>
            <a:normAutofit/>
          </a:bodyPr>
          <a:lstStyle/>
          <a:p>
            <a:pPr>
              <a:buClr>
                <a:schemeClr val="bg2">
                  <a:lumMod val="40000"/>
                  <a:lumOff val="60000"/>
                </a:schemeClr>
              </a:buClr>
            </a:pPr>
            <a:r>
              <a:rPr lang="en-US" sz="2800" b="1" dirty="0">
                <a:solidFill>
                  <a:schemeClr val="tx1"/>
                </a:solidFill>
                <a:latin typeface="Times New Roman" panose="02020603050405020304" pitchFamily="18" charset="0"/>
                <a:cs typeface="Times New Roman" panose="02020603050405020304" pitchFamily="18" charset="0"/>
              </a:rPr>
              <a:t>                                          CLASS UML DIAGRAM</a:t>
            </a:r>
            <a:br>
              <a:rPr lang="en-US" sz="3600" dirty="0">
                <a:solidFill>
                  <a:schemeClr val="tx1"/>
                </a:solidFill>
                <a:latin typeface="Times New Roman" panose="02020603050405020304" pitchFamily="18" charset="0"/>
                <a:cs typeface="Times New Roman" panose="02020603050405020304" pitchFamily="18" charset="0"/>
              </a:rPr>
            </a:br>
            <a:br>
              <a:rPr lang="en-US" sz="3600" dirty="0">
                <a:solidFill>
                  <a:schemeClr val="tx1"/>
                </a:solidFill>
                <a:latin typeface="Times New Roman" panose="02020603050405020304" pitchFamily="18" charset="0"/>
                <a:cs typeface="Times New Roman" panose="02020603050405020304" pitchFamily="18" charset="0"/>
              </a:rPr>
            </a:br>
            <a:br>
              <a:rPr lang="en-US" sz="3600" dirty="0">
                <a:solidFill>
                  <a:schemeClr val="tx1"/>
                </a:solidFill>
                <a:latin typeface="Times New Roman" panose="02020603050405020304" pitchFamily="18" charset="0"/>
                <a:cs typeface="Times New Roman" panose="02020603050405020304" pitchFamily="18" charset="0"/>
              </a:rPr>
            </a:br>
            <a:br>
              <a:rPr lang="en-US" sz="3600" dirty="0">
                <a:solidFill>
                  <a:schemeClr val="tx1"/>
                </a:solidFill>
                <a:latin typeface="Times New Roman" panose="02020603050405020304" pitchFamily="18" charset="0"/>
                <a:cs typeface="Times New Roman" panose="02020603050405020304" pitchFamily="18" charset="0"/>
              </a:rPr>
            </a:br>
            <a:br>
              <a:rPr lang="en-US" sz="3600" dirty="0">
                <a:solidFill>
                  <a:schemeClr val="tx1"/>
                </a:solidFill>
                <a:latin typeface="Times New Roman" panose="02020603050405020304" pitchFamily="18" charset="0"/>
                <a:cs typeface="Times New Roman" panose="02020603050405020304" pitchFamily="18" charset="0"/>
              </a:rPr>
            </a:br>
            <a:br>
              <a:rPr lang="en-US" sz="3600" dirty="0">
                <a:solidFill>
                  <a:schemeClr val="tx1"/>
                </a:solidFill>
                <a:latin typeface="Times New Roman" panose="02020603050405020304" pitchFamily="18" charset="0"/>
                <a:cs typeface="Times New Roman" panose="02020603050405020304" pitchFamily="18" charset="0"/>
              </a:rPr>
            </a:br>
            <a:br>
              <a:rPr lang="en-US" sz="3600" dirty="0">
                <a:solidFill>
                  <a:schemeClr val="tx1"/>
                </a:solidFill>
                <a:latin typeface="Times New Roman" panose="02020603050405020304" pitchFamily="18" charset="0"/>
                <a:cs typeface="Times New Roman" panose="02020603050405020304" pitchFamily="18" charset="0"/>
              </a:rPr>
            </a:br>
            <a:br>
              <a:rPr lang="en-US" sz="3600" dirty="0">
                <a:solidFill>
                  <a:schemeClr val="tx1"/>
                </a:solidFill>
                <a:latin typeface="Times New Roman" panose="02020603050405020304" pitchFamily="18" charset="0"/>
                <a:cs typeface="Times New Roman" panose="02020603050405020304" pitchFamily="18" charset="0"/>
              </a:rPr>
            </a:br>
            <a:br>
              <a:rPr lang="en-US" sz="3600" dirty="0">
                <a:solidFill>
                  <a:schemeClr val="tx1"/>
                </a:solidFill>
                <a:latin typeface="Times New Roman" panose="02020603050405020304" pitchFamily="18" charset="0"/>
                <a:cs typeface="Times New Roman" panose="02020603050405020304" pitchFamily="18" charset="0"/>
              </a:rPr>
            </a:br>
            <a:br>
              <a:rPr lang="en-US" sz="3600" dirty="0">
                <a:solidFill>
                  <a:schemeClr val="tx1"/>
                </a:solidFill>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a:t>
            </a:r>
            <a:r>
              <a:rPr lang="en-US" sz="1200" dirty="0">
                <a:solidFill>
                  <a:schemeClr val="tx1"/>
                </a:solidFill>
                <a:latin typeface="Times New Roman" panose="02020603050405020304" pitchFamily="18" charset="0"/>
                <a:cs typeface="Times New Roman" panose="02020603050405020304" pitchFamily="18" charset="0"/>
              </a:rPr>
              <a:t>			</a:t>
            </a:r>
            <a:endParaRPr lang="en-IN" sz="16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10815321" y="4493028"/>
              <a:ext cx="360" cy="360"/>
            </p14:xfrm>
          </p:contentPart>
        </mc:Choice>
        <mc:Fallback xmlns="">
          <p:pic>
            <p:nvPicPr>
              <p:cNvPr id="5" name="Ink 4"/>
            </p:nvPicPr>
            <p:blipFill>
              <a:blip r:embed="rId5"/>
            </p:blipFill>
            <p:spPr>
              <a:xfrm>
                <a:off x="10815321" y="4493028"/>
                <a:ext cx="360" cy="36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7" name="Ink 6"/>
              <p14:cNvContentPartPr/>
              <p14:nvPr/>
            </p14:nvContentPartPr>
            <p14:xfrm>
              <a:off x="13037601" y="2870868"/>
              <a:ext cx="360" cy="360"/>
            </p14:xfrm>
          </p:contentPart>
        </mc:Choice>
        <mc:Fallback xmlns="">
          <p:pic>
            <p:nvPicPr>
              <p:cNvPr id="7" name="Ink 6"/>
            </p:nvPicPr>
            <p:blipFill>
              <a:blip r:embed="rId5"/>
            </p:blipFill>
            <p:spPr>
              <a:xfrm>
                <a:off x="13037601" y="2870868"/>
                <a:ext cx="360" cy="36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3" name="Ink 2"/>
              <p14:cNvContentPartPr/>
              <p14:nvPr/>
            </p14:nvContentPartPr>
            <p14:xfrm>
              <a:off x="6872594" y="2179668"/>
              <a:ext cx="10440" cy="32760"/>
            </p14:xfrm>
          </p:contentPart>
        </mc:Choice>
        <mc:Fallback xmlns="">
          <p:pic>
            <p:nvPicPr>
              <p:cNvPr id="3" name="Ink 2"/>
            </p:nvPicPr>
            <p:blipFill>
              <a:blip r:embed="rId8"/>
            </p:blipFill>
            <p:spPr>
              <a:xfrm>
                <a:off x="6872594" y="2179668"/>
                <a:ext cx="10440" cy="32760"/>
              </a:xfrm>
              <a:prstGeom prst="rect"/>
            </p:spPr>
          </p:pic>
        </mc:Fallback>
      </mc:AlternateContent>
      <mc:AlternateContent xmlns:mc="http://schemas.openxmlformats.org/markup-compatibility/2006" xmlns:p14="http://schemas.microsoft.com/office/powerpoint/2010/main">
        <mc:Choice Requires="p14">
          <p:contentPart p14:bwMode="auto" r:id="rId9">
            <p14:nvContentPartPr>
              <p14:cNvPr id="6" name="Ink 5"/>
              <p14:cNvContentPartPr/>
              <p14:nvPr/>
            </p14:nvContentPartPr>
            <p14:xfrm>
              <a:off x="6821834" y="2127828"/>
              <a:ext cx="189360" cy="400320"/>
            </p14:xfrm>
          </p:contentPart>
        </mc:Choice>
        <mc:Fallback xmlns="">
          <p:pic>
            <p:nvPicPr>
              <p:cNvPr id="6" name="Ink 5"/>
            </p:nvPicPr>
            <p:blipFill>
              <a:blip r:embed="rId10"/>
            </p:blipFill>
            <p:spPr>
              <a:xfrm>
                <a:off x="6821834" y="2127828"/>
                <a:ext cx="189360" cy="400320"/>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8" name="Ink 7"/>
              <p14:cNvContentPartPr/>
              <p14:nvPr/>
            </p14:nvContentPartPr>
            <p14:xfrm>
              <a:off x="6430154" y="3539388"/>
              <a:ext cx="360" cy="360"/>
            </p14:xfrm>
          </p:contentPart>
        </mc:Choice>
        <mc:Fallback xmlns="">
          <p:pic>
            <p:nvPicPr>
              <p:cNvPr id="8" name="Ink 7"/>
            </p:nvPicPr>
            <p:blipFill>
              <a:blip r:embed="rId12"/>
            </p:blipFill>
            <p:spPr>
              <a:xfrm>
                <a:off x="6430154" y="3539388"/>
                <a:ext cx="360" cy="360"/>
              </a:xfrm>
              <a:prstGeom prst="rect"/>
            </p:spPr>
          </p:pic>
        </mc:Fallback>
      </mc:AlternateContent>
      <mc:AlternateContent xmlns:mc="http://schemas.openxmlformats.org/markup-compatibility/2006" xmlns:p14="http://schemas.microsoft.com/office/powerpoint/2010/main">
        <mc:Choice Requires="p14">
          <p:contentPart p14:bwMode="auto" r:id="rId13">
            <p14:nvContentPartPr>
              <p14:cNvPr id="4" name="Ink 3"/>
              <p14:cNvContentPartPr/>
              <p14:nvPr/>
            </p14:nvContentPartPr>
            <p14:xfrm>
              <a:off x="5417474" y="1521948"/>
              <a:ext cx="84960" cy="31680"/>
            </p14:xfrm>
          </p:contentPart>
        </mc:Choice>
        <mc:Fallback xmlns="">
          <p:pic>
            <p:nvPicPr>
              <p:cNvPr id="4" name="Ink 3"/>
            </p:nvPicPr>
            <p:blipFill>
              <a:blip r:embed="rId14"/>
            </p:blipFill>
            <p:spPr>
              <a:xfrm>
                <a:off x="5417474" y="1521948"/>
                <a:ext cx="84960" cy="31680"/>
              </a:xfrm>
              <a:prstGeom prst="rect"/>
            </p:spPr>
          </p:pic>
        </mc:Fallback>
      </mc:AlternateContent>
      <mc:AlternateContent xmlns:mc="http://schemas.openxmlformats.org/markup-compatibility/2006" xmlns:p14="http://schemas.microsoft.com/office/powerpoint/2010/main">
        <mc:Choice Requires="p14">
          <p:contentPart p14:bwMode="auto" r:id="rId15">
            <p14:nvContentPartPr>
              <p14:cNvPr id="36" name="Ink 35"/>
              <p14:cNvContentPartPr/>
              <p14:nvPr/>
            </p14:nvContentPartPr>
            <p14:xfrm>
              <a:off x="5299394" y="2505108"/>
              <a:ext cx="106200" cy="179280"/>
            </p14:xfrm>
          </p:contentPart>
        </mc:Choice>
        <mc:Fallback xmlns="">
          <p:pic>
            <p:nvPicPr>
              <p:cNvPr id="36" name="Ink 35"/>
            </p:nvPicPr>
            <p:blipFill>
              <a:blip r:embed="rId17"/>
            </p:blipFill>
            <p:spPr>
              <a:xfrm>
                <a:off x="5299394" y="2505108"/>
                <a:ext cx="106200" cy="17928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37" name="Ink 36"/>
              <p14:cNvContentPartPr/>
              <p14:nvPr/>
            </p14:nvContentPartPr>
            <p14:xfrm>
              <a:off x="5336075" y="2490880"/>
              <a:ext cx="110160" cy="188640"/>
            </p14:xfrm>
          </p:contentPart>
        </mc:Choice>
        <mc:Fallback xmlns="">
          <p:pic>
            <p:nvPicPr>
              <p:cNvPr id="37" name="Ink 36"/>
              <p:cNvPicPr/>
              <p:nvPr/>
            </p:nvPicPr>
            <p:blipFill>
              <a:blip r:embed="rId19"/>
              <a:stretch>
                <a:fillRect/>
              </a:stretch>
            </p:blipFill>
            <p:spPr>
              <a:xfrm>
                <a:off x="5318075" y="2472880"/>
                <a:ext cx="145800" cy="224280"/>
              </a:xfrm>
              <a:prstGeom prst="rect">
                <a:avLst/>
              </a:prstGeom>
            </p:spPr>
          </p:pic>
        </mc:Fallback>
      </mc:AlternateContent>
      <p:grpSp>
        <p:nvGrpSpPr>
          <p:cNvPr id="40" name="Group 39"/>
          <p:cNvGrpSpPr/>
          <p:nvPr/>
        </p:nvGrpSpPr>
        <p:grpSpPr>
          <a:xfrm>
            <a:off x="5269874" y="1691148"/>
            <a:ext cx="360" cy="360"/>
            <a:chOff x="5269874" y="1691148"/>
            <a:chExt cx="360" cy="360"/>
          </a:xfrm>
        </p:grpSpPr>
        <mc:AlternateContent xmlns:mc="http://schemas.openxmlformats.org/markup-compatibility/2006" xmlns:p14="http://schemas.microsoft.com/office/powerpoint/2010/main">
          <mc:Choice Requires="p14">
            <p:contentPart p14:bwMode="auto" r:id="rId20">
              <p14:nvContentPartPr>
                <p14:cNvPr id="38" name="Ink 37"/>
                <p14:cNvContentPartPr/>
                <p14:nvPr/>
              </p14:nvContentPartPr>
              <p14:xfrm>
                <a:off x="5269874" y="1691148"/>
                <a:ext cx="360" cy="360"/>
              </p14:xfrm>
            </p:contentPart>
          </mc:Choice>
          <mc:Fallback xmlns="">
            <p:pic>
              <p:nvPicPr>
                <p:cNvPr id="38" name="Ink 37"/>
              </p:nvPicPr>
              <p:blipFill>
                <a:blip r:embed="rId21"/>
              </p:blipFill>
              <p:spPr>
                <a:xfrm>
                  <a:off x="5269874" y="1691148"/>
                  <a:ext cx="360" cy="360"/>
                </a:xfrm>
                <a:prstGeom prst="rect"/>
              </p:spPr>
            </p:pic>
          </mc:Fallback>
        </mc:AlternateContent>
        <mc:AlternateContent xmlns:mc="http://schemas.openxmlformats.org/markup-compatibility/2006" xmlns:p14="http://schemas.microsoft.com/office/powerpoint/2010/main">
          <mc:Choice Requires="p14">
            <p:contentPart p14:bwMode="auto" r:id="rId22">
              <p14:nvContentPartPr>
                <p14:cNvPr id="39" name="Ink 38"/>
                <p14:cNvContentPartPr/>
                <p14:nvPr/>
              </p14:nvContentPartPr>
              <p14:xfrm>
                <a:off x="5269874" y="1691148"/>
                <a:ext cx="360" cy="360"/>
              </p14:xfrm>
            </p:contentPart>
          </mc:Choice>
          <mc:Fallback xmlns="">
            <p:pic>
              <p:nvPicPr>
                <p:cNvPr id="39" name="Ink 38"/>
              </p:nvPicPr>
              <p:blipFill>
                <a:blip r:embed="rId21"/>
              </p:blipFill>
              <p:spPr>
                <a:xfrm>
                  <a:off x="5269874" y="1691148"/>
                  <a:ext cx="360" cy="360"/>
                </a:xfrm>
                <a:prstGeom prst="rect"/>
              </p:spPr>
            </p:pic>
          </mc:Fallback>
        </mc:AlternateContent>
      </p:grpSp>
      <mc:AlternateContent xmlns:mc="http://schemas.openxmlformats.org/markup-compatibility/2006" xmlns:p14="http://schemas.microsoft.com/office/powerpoint/2010/main">
        <mc:Choice Requires="p14">
          <p:contentPart p14:bwMode="auto" r:id="rId23">
            <p14:nvContentPartPr>
              <p14:cNvPr id="41" name="Ink 40"/>
              <p14:cNvContentPartPr/>
              <p14:nvPr/>
            </p14:nvContentPartPr>
            <p14:xfrm>
              <a:off x="5289674" y="1700868"/>
              <a:ext cx="360" cy="360"/>
            </p14:xfrm>
          </p:contentPart>
        </mc:Choice>
        <mc:Fallback xmlns="">
          <p:pic>
            <p:nvPicPr>
              <p:cNvPr id="41" name="Ink 40"/>
            </p:nvPicPr>
            <p:blipFill>
              <a:blip r:embed="rId21"/>
            </p:blipFill>
            <p:spPr>
              <a:xfrm>
                <a:off x="5289674" y="1700868"/>
                <a:ext cx="360" cy="360"/>
              </a:xfrm>
              <a:prstGeom prst="rect"/>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E5F1E62F-401B-480F-95D4-57CF72A8E837}"/>
                  </a:ext>
                </a:extLst>
              </p14:cNvPr>
              <p14:cNvContentPartPr/>
              <p14:nvPr/>
            </p14:nvContentPartPr>
            <p14:xfrm>
              <a:off x="6795344" y="1891096"/>
              <a:ext cx="74160" cy="304920"/>
            </p14:xfrm>
          </p:contentPart>
        </mc:Choice>
        <mc:Fallback xmlns="">
          <p:pic>
            <p:nvPicPr>
              <p:cNvPr id="17" name="Ink 16">
                <a:extLst>
                  <a:ext uri="{FF2B5EF4-FFF2-40B4-BE49-F238E27FC236}">
                    <a16:creationId xmlns:a16="http://schemas.microsoft.com/office/drawing/2014/main" id="{E5F1E62F-401B-480F-95D4-57CF72A8E837}"/>
                  </a:ext>
                </a:extLst>
              </p:cNvPr>
              <p:cNvPicPr/>
              <p:nvPr/>
            </p:nvPicPr>
            <p:blipFill>
              <a:blip r:embed="rId25"/>
              <a:stretch>
                <a:fillRect/>
              </a:stretch>
            </p:blipFill>
            <p:spPr>
              <a:xfrm>
                <a:off x="6759344" y="1855456"/>
                <a:ext cx="145800" cy="376560"/>
              </a:xfrm>
              <a:prstGeom prst="rect">
                <a:avLst/>
              </a:prstGeom>
            </p:spPr>
          </p:pic>
        </mc:Fallback>
      </mc:AlternateContent>
      <p:cxnSp>
        <p:nvCxnSpPr>
          <p:cNvPr id="50" name="Straight Connector 49">
            <a:extLst>
              <a:ext uri="{FF2B5EF4-FFF2-40B4-BE49-F238E27FC236}">
                <a16:creationId xmlns:a16="http://schemas.microsoft.com/office/drawing/2014/main" id="{DD2522D7-ED8C-26F2-E71C-DDD49514D498}"/>
              </a:ext>
            </a:extLst>
          </p:cNvPr>
          <p:cNvCxnSpPr>
            <a:cxnSpLocks/>
          </p:cNvCxnSpPr>
          <p:nvPr/>
        </p:nvCxnSpPr>
        <p:spPr>
          <a:xfrm>
            <a:off x="5269874" y="1340427"/>
            <a:ext cx="232560"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53" name="Straight Connector 52">
            <a:extLst>
              <a:ext uri="{FF2B5EF4-FFF2-40B4-BE49-F238E27FC236}">
                <a16:creationId xmlns:a16="http://schemas.microsoft.com/office/drawing/2014/main" id="{34222FEF-E422-331B-33A6-891E0133E97B}"/>
              </a:ext>
            </a:extLst>
          </p:cNvPr>
          <p:cNvCxnSpPr/>
          <p:nvPr/>
        </p:nvCxnSpPr>
        <p:spPr>
          <a:xfrm>
            <a:off x="5269874" y="1340427"/>
            <a:ext cx="135720" cy="181521"/>
          </a:xfrm>
          <a:prstGeom prst="line">
            <a:avLst/>
          </a:prstGeom>
        </p:spPr>
        <p:style>
          <a:lnRef idx="1">
            <a:schemeClr val="accent5"/>
          </a:lnRef>
          <a:fillRef idx="0">
            <a:schemeClr val="accent5"/>
          </a:fillRef>
          <a:effectRef idx="0">
            <a:schemeClr val="accent5"/>
          </a:effectRef>
          <a:fontRef idx="minor">
            <a:schemeClr val="tx1"/>
          </a:fontRef>
        </p:style>
      </p:cxnSp>
      <p:cxnSp>
        <p:nvCxnSpPr>
          <p:cNvPr id="55" name="Straight Connector 54">
            <a:extLst>
              <a:ext uri="{FF2B5EF4-FFF2-40B4-BE49-F238E27FC236}">
                <a16:creationId xmlns:a16="http://schemas.microsoft.com/office/drawing/2014/main" id="{DC362787-B6AA-6198-D76F-DCB797E1AB4A}"/>
              </a:ext>
            </a:extLst>
          </p:cNvPr>
          <p:cNvCxnSpPr>
            <a:cxnSpLocks/>
          </p:cNvCxnSpPr>
          <p:nvPr/>
        </p:nvCxnSpPr>
        <p:spPr>
          <a:xfrm flipV="1">
            <a:off x="5299394" y="2327988"/>
            <a:ext cx="118080" cy="162892"/>
          </a:xfrm>
          <a:prstGeom prst="line">
            <a:avLst/>
          </a:prstGeom>
        </p:spPr>
        <p:style>
          <a:lnRef idx="1">
            <a:schemeClr val="accent5"/>
          </a:lnRef>
          <a:fillRef idx="0">
            <a:schemeClr val="accent5"/>
          </a:fillRef>
          <a:effectRef idx="0">
            <a:schemeClr val="accent5"/>
          </a:effectRef>
          <a:fontRef idx="minor">
            <a:schemeClr val="tx1"/>
          </a:fontRef>
        </p:style>
      </p:cxnSp>
      <p:cxnSp>
        <p:nvCxnSpPr>
          <p:cNvPr id="60" name="Straight Connector 59">
            <a:extLst>
              <a:ext uri="{FF2B5EF4-FFF2-40B4-BE49-F238E27FC236}">
                <a16:creationId xmlns:a16="http://schemas.microsoft.com/office/drawing/2014/main" id="{EBF05504-F049-2418-8FF9-C5426C4EB658}"/>
              </a:ext>
            </a:extLst>
          </p:cNvPr>
          <p:cNvCxnSpPr/>
          <p:nvPr/>
        </p:nvCxnSpPr>
        <p:spPr>
          <a:xfrm>
            <a:off x="5289674" y="2505108"/>
            <a:ext cx="212760" cy="23040"/>
          </a:xfrm>
          <a:prstGeom prst="line">
            <a:avLst/>
          </a:prstGeom>
        </p:spPr>
        <p:style>
          <a:lnRef idx="1">
            <a:schemeClr val="accent5"/>
          </a:lnRef>
          <a:fillRef idx="0">
            <a:schemeClr val="accent5"/>
          </a:fillRef>
          <a:effectRef idx="0">
            <a:schemeClr val="accent5"/>
          </a:effectRef>
          <a:fontRef idx="minor">
            <a:schemeClr val="tx1"/>
          </a:fontRef>
        </p:style>
      </p:cxnSp>
      <mc:AlternateContent xmlns:mc="http://schemas.openxmlformats.org/markup-compatibility/2006" xmlns:p14="http://schemas.microsoft.com/office/powerpoint/2010/main">
        <mc:Choice Requires="p14">
          <p:contentPart p14:bwMode="auto" r:id="rId26">
            <p14:nvContentPartPr>
              <p14:cNvPr id="62" name="Ink 61">
                <a:extLst>
                  <a:ext uri="{FF2B5EF4-FFF2-40B4-BE49-F238E27FC236}">
                    <a16:creationId xmlns:a16="http://schemas.microsoft.com/office/drawing/2014/main" id="{222EDB08-61D2-95EE-E0FB-52050DABBE0D}"/>
                  </a:ext>
                </a:extLst>
              </p14:cNvPr>
              <p14:cNvContentPartPr/>
              <p14:nvPr/>
            </p14:nvContentPartPr>
            <p14:xfrm>
              <a:off x="5527784" y="1215736"/>
              <a:ext cx="360" cy="360"/>
            </p14:xfrm>
          </p:contentPart>
        </mc:Choice>
        <mc:Fallback xmlns="">
          <p:pic>
            <p:nvPicPr>
              <p:cNvPr id="62" name="Ink 61">
                <a:extLst>
                  <a:ext uri="{FF2B5EF4-FFF2-40B4-BE49-F238E27FC236}">
                    <a16:creationId xmlns:a16="http://schemas.microsoft.com/office/drawing/2014/main" id="{222EDB08-61D2-95EE-E0FB-52050DABBE0D}"/>
                  </a:ext>
                </a:extLst>
              </p:cNvPr>
              <p:cNvPicPr/>
              <p:nvPr/>
            </p:nvPicPr>
            <p:blipFill>
              <a:blip r:embed="rId27"/>
              <a:stretch>
                <a:fillRect/>
              </a:stretch>
            </p:blipFill>
            <p:spPr>
              <a:xfrm>
                <a:off x="5491784" y="117973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3" name="Ink 62">
                <a:extLst>
                  <a:ext uri="{FF2B5EF4-FFF2-40B4-BE49-F238E27FC236}">
                    <a16:creationId xmlns:a16="http://schemas.microsoft.com/office/drawing/2014/main" id="{C84862AA-1372-5A80-1E56-C041F9ED5809}"/>
                  </a:ext>
                </a:extLst>
              </p14:cNvPr>
              <p14:cNvContentPartPr/>
              <p14:nvPr/>
            </p14:nvContentPartPr>
            <p14:xfrm>
              <a:off x="5417264" y="1256776"/>
              <a:ext cx="142200" cy="83880"/>
            </p14:xfrm>
          </p:contentPart>
        </mc:Choice>
        <mc:Fallback xmlns="">
          <p:pic>
            <p:nvPicPr>
              <p:cNvPr id="63" name="Ink 62">
                <a:extLst>
                  <a:ext uri="{FF2B5EF4-FFF2-40B4-BE49-F238E27FC236}">
                    <a16:creationId xmlns:a16="http://schemas.microsoft.com/office/drawing/2014/main" id="{C84862AA-1372-5A80-1E56-C041F9ED5809}"/>
                  </a:ext>
                </a:extLst>
              </p:cNvPr>
              <p:cNvPicPr/>
              <p:nvPr/>
            </p:nvPicPr>
            <p:blipFill>
              <a:blip r:embed="rId29"/>
              <a:stretch>
                <a:fillRect/>
              </a:stretch>
            </p:blipFill>
            <p:spPr>
              <a:xfrm>
                <a:off x="5381624" y="1221136"/>
                <a:ext cx="21384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4" name="Ink 63">
                <a:extLst>
                  <a:ext uri="{FF2B5EF4-FFF2-40B4-BE49-F238E27FC236}">
                    <a16:creationId xmlns:a16="http://schemas.microsoft.com/office/drawing/2014/main" id="{377AA7F7-2708-D500-BE7F-32FF87E9B186}"/>
                  </a:ext>
                </a:extLst>
              </p14:cNvPr>
              <p14:cNvContentPartPr/>
              <p14:nvPr/>
            </p14:nvContentPartPr>
            <p14:xfrm>
              <a:off x="5347424" y="1490056"/>
              <a:ext cx="35280" cy="37800"/>
            </p14:xfrm>
          </p:contentPart>
        </mc:Choice>
        <mc:Fallback xmlns="">
          <p:pic>
            <p:nvPicPr>
              <p:cNvPr id="64" name="Ink 63">
                <a:extLst>
                  <a:ext uri="{FF2B5EF4-FFF2-40B4-BE49-F238E27FC236}">
                    <a16:creationId xmlns:a16="http://schemas.microsoft.com/office/drawing/2014/main" id="{377AA7F7-2708-D500-BE7F-32FF87E9B186}"/>
                  </a:ext>
                </a:extLst>
              </p:cNvPr>
              <p:cNvPicPr/>
              <p:nvPr/>
            </p:nvPicPr>
            <p:blipFill>
              <a:blip r:embed="rId31"/>
              <a:stretch>
                <a:fillRect/>
              </a:stretch>
            </p:blipFill>
            <p:spPr>
              <a:xfrm>
                <a:off x="5311424" y="1454056"/>
                <a:ext cx="10692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5" name="Ink 64">
                <a:extLst>
                  <a:ext uri="{FF2B5EF4-FFF2-40B4-BE49-F238E27FC236}">
                    <a16:creationId xmlns:a16="http://schemas.microsoft.com/office/drawing/2014/main" id="{7EBC3D01-1795-2C8B-D4A0-D3964B292D41}"/>
                  </a:ext>
                </a:extLst>
              </p14:cNvPr>
              <p14:cNvContentPartPr/>
              <p14:nvPr/>
            </p14:nvContentPartPr>
            <p14:xfrm>
              <a:off x="5362184" y="2296096"/>
              <a:ext cx="30600" cy="55080"/>
            </p14:xfrm>
          </p:contentPart>
        </mc:Choice>
        <mc:Fallback xmlns="">
          <p:pic>
            <p:nvPicPr>
              <p:cNvPr id="65" name="Ink 64">
                <a:extLst>
                  <a:ext uri="{FF2B5EF4-FFF2-40B4-BE49-F238E27FC236}">
                    <a16:creationId xmlns:a16="http://schemas.microsoft.com/office/drawing/2014/main" id="{7EBC3D01-1795-2C8B-D4A0-D3964B292D41}"/>
                  </a:ext>
                </a:extLst>
              </p:cNvPr>
              <p:cNvPicPr/>
              <p:nvPr/>
            </p:nvPicPr>
            <p:blipFill>
              <a:blip r:embed="rId33"/>
              <a:stretch>
                <a:fillRect/>
              </a:stretch>
            </p:blipFill>
            <p:spPr>
              <a:xfrm>
                <a:off x="5326544" y="2260456"/>
                <a:ext cx="1022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6" name="Ink 65">
                <a:extLst>
                  <a:ext uri="{FF2B5EF4-FFF2-40B4-BE49-F238E27FC236}">
                    <a16:creationId xmlns:a16="http://schemas.microsoft.com/office/drawing/2014/main" id="{DF5ECF87-F249-0847-A14E-33D28DF33894}"/>
                  </a:ext>
                </a:extLst>
              </p14:cNvPr>
              <p14:cNvContentPartPr/>
              <p14:nvPr/>
            </p14:nvContentPartPr>
            <p14:xfrm>
              <a:off x="5447144" y="2535136"/>
              <a:ext cx="70200" cy="360"/>
            </p14:xfrm>
          </p:contentPart>
        </mc:Choice>
        <mc:Fallback xmlns="">
          <p:pic>
            <p:nvPicPr>
              <p:cNvPr id="66" name="Ink 65">
                <a:extLst>
                  <a:ext uri="{FF2B5EF4-FFF2-40B4-BE49-F238E27FC236}">
                    <a16:creationId xmlns:a16="http://schemas.microsoft.com/office/drawing/2014/main" id="{DF5ECF87-F249-0847-A14E-33D28DF33894}"/>
                  </a:ext>
                </a:extLst>
              </p:cNvPr>
              <p:cNvPicPr/>
              <p:nvPr/>
            </p:nvPicPr>
            <p:blipFill>
              <a:blip r:embed="rId35"/>
              <a:stretch>
                <a:fillRect/>
              </a:stretch>
            </p:blipFill>
            <p:spPr>
              <a:xfrm>
                <a:off x="5411504" y="2499496"/>
                <a:ext cx="1418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7" name="Ink 66">
                <a:extLst>
                  <a:ext uri="{FF2B5EF4-FFF2-40B4-BE49-F238E27FC236}">
                    <a16:creationId xmlns:a16="http://schemas.microsoft.com/office/drawing/2014/main" id="{F21DF3C1-4458-036A-4207-90B6C8EABEAA}"/>
                  </a:ext>
                </a:extLst>
              </p14:cNvPr>
              <p14:cNvContentPartPr/>
              <p14:nvPr/>
            </p14:nvContentPartPr>
            <p14:xfrm>
              <a:off x="6824504" y="1891096"/>
              <a:ext cx="117720" cy="236880"/>
            </p14:xfrm>
          </p:contentPart>
        </mc:Choice>
        <mc:Fallback xmlns="">
          <p:pic>
            <p:nvPicPr>
              <p:cNvPr id="67" name="Ink 66">
                <a:extLst>
                  <a:ext uri="{FF2B5EF4-FFF2-40B4-BE49-F238E27FC236}">
                    <a16:creationId xmlns:a16="http://schemas.microsoft.com/office/drawing/2014/main" id="{F21DF3C1-4458-036A-4207-90B6C8EABEAA}"/>
                  </a:ext>
                </a:extLst>
              </p:cNvPr>
              <p:cNvPicPr/>
              <p:nvPr/>
            </p:nvPicPr>
            <p:blipFill>
              <a:blip r:embed="rId37"/>
              <a:stretch>
                <a:fillRect/>
              </a:stretch>
            </p:blipFill>
            <p:spPr>
              <a:xfrm>
                <a:off x="6788864" y="1855096"/>
                <a:ext cx="189360" cy="308520"/>
              </a:xfrm>
              <a:prstGeom prst="rect">
                <a:avLst/>
              </a:prstGeom>
            </p:spPr>
          </p:pic>
        </mc:Fallback>
      </mc:AlternateContent>
      <p:pic>
        <p:nvPicPr>
          <p:cNvPr id="13" name="Content Placeholder 12">
            <a:extLst>
              <a:ext uri="{FF2B5EF4-FFF2-40B4-BE49-F238E27FC236}">
                <a16:creationId xmlns:a16="http://schemas.microsoft.com/office/drawing/2014/main" id="{DFE8C609-0ECD-D641-C936-AF17C3EED96C}"/>
              </a:ext>
            </a:extLst>
          </p:cNvPr>
          <p:cNvPicPr>
            <a:picLocks noGrp="1" noChangeAspect="1"/>
          </p:cNvPicPr>
          <p:nvPr>
            <p:ph sz="half" idx="1"/>
          </p:nvPr>
        </p:nvPicPr>
        <p:blipFill>
          <a:blip r:embed="rId38">
            <a:extLst>
              <a:ext uri="{28A0092B-C50C-407E-A947-70E740481C1C}">
                <a14:useLocalDpi xmlns:a14="http://schemas.microsoft.com/office/drawing/2010/main" val="0"/>
              </a:ext>
            </a:extLst>
          </a:blip>
          <a:stretch>
            <a:fillRect/>
          </a:stretch>
        </p:blipFill>
        <p:spPr>
          <a:xfrm>
            <a:off x="1663406" y="1006191"/>
            <a:ext cx="8857760" cy="5066394"/>
          </a:xfrm>
          <a:prstGeom prst="rect">
            <a:avLst/>
          </a:prstGeom>
        </p:spPr>
      </p:pic>
      <p:sp>
        <p:nvSpPr>
          <p:cNvPr id="16" name="TextBox 15">
            <a:extLst>
              <a:ext uri="{FF2B5EF4-FFF2-40B4-BE49-F238E27FC236}">
                <a16:creationId xmlns:a16="http://schemas.microsoft.com/office/drawing/2014/main" id="{770D4552-36CA-4A7D-28B0-B464968937C2}"/>
              </a:ext>
            </a:extLst>
          </p:cNvPr>
          <p:cNvSpPr txBox="1"/>
          <p:nvPr/>
        </p:nvSpPr>
        <p:spPr>
          <a:xfrm>
            <a:off x="1316402" y="5869319"/>
            <a:ext cx="9429054" cy="338554"/>
          </a:xfrm>
          <a:prstGeom prst="rect">
            <a:avLst/>
          </a:prstGeom>
          <a:noFill/>
        </p:spPr>
        <p:txBody>
          <a:bodyPr wrap="square" rtlCol="0">
            <a:spAutoFit/>
          </a:bodyPr>
          <a:lstStyle/>
          <a:p>
            <a:pPr algn="ctr"/>
            <a:r>
              <a:rPr lang="en-IN" sz="1600" b="1" dirty="0"/>
              <a:t>Fig 2</a:t>
            </a:r>
            <a:r>
              <a:rPr lang="en-IN" sz="1600" dirty="0"/>
              <a:t>: Class UML Diagram for </a:t>
            </a:r>
            <a:r>
              <a:rPr lang="en-IN" sz="1600" dirty="0" err="1"/>
              <a:t>Replimate</a:t>
            </a:r>
            <a:r>
              <a:rPr lang="en-IN" sz="1600" dirty="0"/>
              <a:t>-AI Powered Personal Digital Twin</a:t>
            </a:r>
          </a:p>
        </p:txBody>
      </p:sp>
      <p:sp>
        <p:nvSpPr>
          <p:cNvPr id="18" name="Footer Placeholder 6">
            <a:extLst>
              <a:ext uri="{FF2B5EF4-FFF2-40B4-BE49-F238E27FC236}">
                <a16:creationId xmlns:a16="http://schemas.microsoft.com/office/drawing/2014/main" id="{856B3820-C076-D1D2-14DD-4B260FB53FAD}"/>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19" name="Date Placeholder 7">
            <a:extLst>
              <a:ext uri="{FF2B5EF4-FFF2-40B4-BE49-F238E27FC236}">
                <a16:creationId xmlns:a16="http://schemas.microsoft.com/office/drawing/2014/main" id="{92047470-1601-E7A9-A730-C03769A6A7C7}"/>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20" name="Slide Number Placeholder 5">
            <a:extLst>
              <a:ext uri="{FF2B5EF4-FFF2-40B4-BE49-F238E27FC236}">
                <a16:creationId xmlns:a16="http://schemas.microsoft.com/office/drawing/2014/main" id="{47140E5F-A510-05F0-D712-942F762FC825}"/>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22</a:t>
            </a:fld>
            <a:endParaRPr lang="en-IN"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system">
            <a:extLst>
              <a:ext uri="{FF2B5EF4-FFF2-40B4-BE49-F238E27FC236}">
                <a16:creationId xmlns:a16="http://schemas.microsoft.com/office/drawing/2014/main" id="{7BCD6834-1227-0025-A58A-BB234ACD7BF2}"/>
              </a:ext>
            </a:extLst>
          </p:cNvPr>
          <p:cNvPicPr>
            <a:picLocks noChangeAspect="1"/>
          </p:cNvPicPr>
          <p:nvPr/>
        </p:nvPicPr>
        <p:blipFill>
          <a:blip r:embed="rId2"/>
          <a:srcRect t="13093" b="17021"/>
          <a:stretch>
            <a:fillRect/>
          </a:stretch>
        </p:blipFill>
        <p:spPr>
          <a:xfrm>
            <a:off x="3212493" y="816143"/>
            <a:ext cx="5636872" cy="5053176"/>
          </a:xfrm>
          <a:prstGeom prst="rect">
            <a:avLst/>
          </a:prstGeom>
        </p:spPr>
      </p:pic>
      <p:sp>
        <p:nvSpPr>
          <p:cNvPr id="9" name="Title 8">
            <a:extLst>
              <a:ext uri="{FF2B5EF4-FFF2-40B4-BE49-F238E27FC236}">
                <a16:creationId xmlns:a16="http://schemas.microsoft.com/office/drawing/2014/main" id="{C2E6DF68-BB94-BA94-D387-A12B4CC91EC2}"/>
              </a:ext>
            </a:extLst>
          </p:cNvPr>
          <p:cNvSpPr>
            <a:spLocks noGrp="1"/>
          </p:cNvSpPr>
          <p:nvPr>
            <p:ph type="title"/>
          </p:nvPr>
        </p:nvSpPr>
        <p:spPr>
          <a:xfrm>
            <a:off x="494335" y="212651"/>
            <a:ext cx="11203329" cy="768800"/>
          </a:xfrm>
        </p:spPr>
        <p:txBody>
          <a:bodyPr>
            <a:noAutofit/>
          </a:bodyPr>
          <a:lstStyle/>
          <a:p>
            <a:r>
              <a:rPr lang="en-IN" sz="2800" b="1" dirty="0">
                <a:latin typeface="Times New Roman" panose="02020603050405020304" pitchFamily="18" charset="0"/>
                <a:cs typeface="Times New Roman" panose="02020603050405020304" pitchFamily="18" charset="0"/>
              </a:rPr>
              <a:t>                                           USE CASE DIAGRAM        </a:t>
            </a:r>
          </a:p>
        </p:txBody>
      </p:sp>
      <p:sp>
        <p:nvSpPr>
          <p:cNvPr id="10" name="TextBox 9">
            <a:extLst>
              <a:ext uri="{FF2B5EF4-FFF2-40B4-BE49-F238E27FC236}">
                <a16:creationId xmlns:a16="http://schemas.microsoft.com/office/drawing/2014/main" id="{FA4C3A87-3C61-BE52-5FED-CF55F84CEDEA}"/>
              </a:ext>
            </a:extLst>
          </p:cNvPr>
          <p:cNvSpPr txBox="1"/>
          <p:nvPr/>
        </p:nvSpPr>
        <p:spPr>
          <a:xfrm>
            <a:off x="1316402" y="5869319"/>
            <a:ext cx="9429054" cy="338554"/>
          </a:xfrm>
          <a:prstGeom prst="rect">
            <a:avLst/>
          </a:prstGeom>
          <a:noFill/>
        </p:spPr>
        <p:txBody>
          <a:bodyPr wrap="square" rtlCol="0">
            <a:spAutoFit/>
          </a:bodyPr>
          <a:lstStyle/>
          <a:p>
            <a:pPr algn="ctr"/>
            <a:r>
              <a:rPr lang="en-IN" sz="1600" b="1" dirty="0"/>
              <a:t>Fig 3</a:t>
            </a:r>
            <a:r>
              <a:rPr lang="en-IN" sz="1600" dirty="0"/>
              <a:t>: Use Case Diagram for </a:t>
            </a:r>
            <a:r>
              <a:rPr lang="en-IN" sz="1600" dirty="0" err="1"/>
              <a:t>Replimate</a:t>
            </a:r>
            <a:r>
              <a:rPr lang="en-IN" sz="1600" dirty="0"/>
              <a:t>-AI Powered Personal Digital Twin</a:t>
            </a:r>
          </a:p>
        </p:txBody>
      </p:sp>
      <p:sp>
        <p:nvSpPr>
          <p:cNvPr id="11" name="Footer Placeholder 6">
            <a:extLst>
              <a:ext uri="{FF2B5EF4-FFF2-40B4-BE49-F238E27FC236}">
                <a16:creationId xmlns:a16="http://schemas.microsoft.com/office/drawing/2014/main" id="{7F3C7B4E-ACC8-B0B2-E2DB-5AC91ADE7A83}"/>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12" name="Date Placeholder 7">
            <a:extLst>
              <a:ext uri="{FF2B5EF4-FFF2-40B4-BE49-F238E27FC236}">
                <a16:creationId xmlns:a16="http://schemas.microsoft.com/office/drawing/2014/main" id="{C366DD03-1C4C-97CB-A62C-F8F6FA2E120F}"/>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13" name="Slide Number Placeholder 5">
            <a:extLst>
              <a:ext uri="{FF2B5EF4-FFF2-40B4-BE49-F238E27FC236}">
                <a16:creationId xmlns:a16="http://schemas.microsoft.com/office/drawing/2014/main" id="{FE33702E-7BA7-13DB-CDBA-C843E8418D2E}"/>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23</a:t>
            </a:fld>
            <a:endParaRPr lang="en-IN" dirty="0">
              <a:solidFill>
                <a:schemeClr val="tx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diagram of a diagram">
            <a:extLst>
              <a:ext uri="{FF2B5EF4-FFF2-40B4-BE49-F238E27FC236}">
                <a16:creationId xmlns:a16="http://schemas.microsoft.com/office/drawing/2014/main" id="{81EBCFB9-E829-11D6-E332-09962C25376B}"/>
              </a:ext>
            </a:extLst>
          </p:cNvPr>
          <p:cNvPicPr>
            <a:picLocks noChangeAspect="1"/>
          </p:cNvPicPr>
          <p:nvPr/>
        </p:nvPicPr>
        <p:blipFill>
          <a:blip r:embed="rId3"/>
          <a:srcRect t="13805" b="16340"/>
          <a:stretch>
            <a:fillRect/>
          </a:stretch>
        </p:blipFill>
        <p:spPr>
          <a:xfrm>
            <a:off x="2502062" y="490061"/>
            <a:ext cx="7187876" cy="5451675"/>
          </a:xfrm>
          <a:prstGeom prst="rect">
            <a:avLst/>
          </a:prstGeom>
        </p:spPr>
      </p:pic>
      <p:sp>
        <p:nvSpPr>
          <p:cNvPr id="12" name="TextBox 11">
            <a:extLst>
              <a:ext uri="{FF2B5EF4-FFF2-40B4-BE49-F238E27FC236}">
                <a16:creationId xmlns:a16="http://schemas.microsoft.com/office/drawing/2014/main" id="{9A7081B8-8984-BB6E-0010-029F10C55A65}"/>
              </a:ext>
            </a:extLst>
          </p:cNvPr>
          <p:cNvSpPr txBox="1"/>
          <p:nvPr/>
        </p:nvSpPr>
        <p:spPr>
          <a:xfrm>
            <a:off x="1381472" y="5757070"/>
            <a:ext cx="9429054" cy="338554"/>
          </a:xfrm>
          <a:prstGeom prst="rect">
            <a:avLst/>
          </a:prstGeom>
          <a:noFill/>
        </p:spPr>
        <p:txBody>
          <a:bodyPr wrap="square" rtlCol="0">
            <a:spAutoFit/>
          </a:bodyPr>
          <a:lstStyle/>
          <a:p>
            <a:pPr algn="ctr"/>
            <a:r>
              <a:rPr lang="en-IN" sz="1600" b="1" dirty="0"/>
              <a:t>Fig 4</a:t>
            </a:r>
            <a:r>
              <a:rPr lang="en-IN" sz="1600" dirty="0"/>
              <a:t>: Sequence Diagram for </a:t>
            </a:r>
            <a:r>
              <a:rPr lang="en-IN" sz="1600" dirty="0" err="1"/>
              <a:t>Replimate</a:t>
            </a:r>
            <a:r>
              <a:rPr lang="en-IN" sz="1600" dirty="0"/>
              <a:t>-AI Powered Personal Digital Twin</a:t>
            </a:r>
          </a:p>
        </p:txBody>
      </p:sp>
      <p:sp>
        <p:nvSpPr>
          <p:cNvPr id="14" name="Title 13">
            <a:extLst>
              <a:ext uri="{FF2B5EF4-FFF2-40B4-BE49-F238E27FC236}">
                <a16:creationId xmlns:a16="http://schemas.microsoft.com/office/drawing/2014/main" id="{89E77702-3B3E-2DEA-B915-845991AC1870}"/>
              </a:ext>
            </a:extLst>
          </p:cNvPr>
          <p:cNvSpPr>
            <a:spLocks noGrp="1"/>
          </p:cNvSpPr>
          <p:nvPr>
            <p:ph type="title"/>
          </p:nvPr>
        </p:nvSpPr>
        <p:spPr>
          <a:xfrm>
            <a:off x="606056" y="1"/>
            <a:ext cx="10344217" cy="1278240"/>
          </a:xfrm>
        </p:spPr>
        <p:txBody>
          <a:bodyPr>
            <a:normAutofit/>
          </a:bodyPr>
          <a:lstStyle/>
          <a:p>
            <a:pPr algn="ctr"/>
            <a:r>
              <a:rPr lang="en-IN" sz="2800" b="1" dirty="0">
                <a:latin typeface="Times New Roman" panose="02020603050405020304" pitchFamily="18" charset="0"/>
                <a:cs typeface="Times New Roman" panose="02020603050405020304" pitchFamily="18" charset="0"/>
              </a:rPr>
              <a:t>SEQUENCE DIAGRAM</a:t>
            </a:r>
          </a:p>
        </p:txBody>
      </p:sp>
      <p:sp>
        <p:nvSpPr>
          <p:cNvPr id="15" name="Footer Placeholder 6">
            <a:extLst>
              <a:ext uri="{FF2B5EF4-FFF2-40B4-BE49-F238E27FC236}">
                <a16:creationId xmlns:a16="http://schemas.microsoft.com/office/drawing/2014/main" id="{6BD4DB18-E1AA-21C8-EF46-AD3EB2B3E3D1}"/>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16" name="Date Placeholder 7">
            <a:extLst>
              <a:ext uri="{FF2B5EF4-FFF2-40B4-BE49-F238E27FC236}">
                <a16:creationId xmlns:a16="http://schemas.microsoft.com/office/drawing/2014/main" id="{E8A8FFED-D0A9-DDA7-D20F-CE4682D3D2AF}"/>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17" name="Slide Number Placeholder 5">
            <a:extLst>
              <a:ext uri="{FF2B5EF4-FFF2-40B4-BE49-F238E27FC236}">
                <a16:creationId xmlns:a16="http://schemas.microsoft.com/office/drawing/2014/main" id="{A91F9C9F-CD78-F0C9-7A6A-6F5C240BA8EC}"/>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24</a:t>
            </a:fld>
            <a:endParaRPr lang="en-IN" dirty="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F105AC2-0F4C-0FB6-C894-C8E230238C3D}"/>
              </a:ext>
            </a:extLst>
          </p:cNvPr>
          <p:cNvSpPr txBox="1"/>
          <p:nvPr/>
        </p:nvSpPr>
        <p:spPr>
          <a:xfrm>
            <a:off x="1680003" y="5851751"/>
            <a:ext cx="9429054" cy="338554"/>
          </a:xfrm>
          <a:prstGeom prst="rect">
            <a:avLst/>
          </a:prstGeom>
          <a:noFill/>
        </p:spPr>
        <p:txBody>
          <a:bodyPr wrap="square" rtlCol="0">
            <a:spAutoFit/>
          </a:bodyPr>
          <a:lstStyle/>
          <a:p>
            <a:pPr algn="ctr"/>
            <a:r>
              <a:rPr lang="en-IN" sz="1600" b="1" dirty="0"/>
              <a:t>Fig 5</a:t>
            </a:r>
            <a:r>
              <a:rPr lang="en-IN" sz="1600" dirty="0"/>
              <a:t>: Activity Diagram for </a:t>
            </a:r>
            <a:r>
              <a:rPr lang="en-IN" sz="1600" dirty="0" err="1"/>
              <a:t>Replimate</a:t>
            </a:r>
            <a:r>
              <a:rPr lang="en-IN" sz="1600" dirty="0"/>
              <a:t>-AI Powered Personal Digital Twin</a:t>
            </a:r>
          </a:p>
        </p:txBody>
      </p:sp>
      <p:sp>
        <p:nvSpPr>
          <p:cNvPr id="18" name="Title 17">
            <a:extLst>
              <a:ext uri="{FF2B5EF4-FFF2-40B4-BE49-F238E27FC236}">
                <a16:creationId xmlns:a16="http://schemas.microsoft.com/office/drawing/2014/main" id="{D330BAAF-77DD-EF2E-D97D-4E7FABEA3FD6}"/>
              </a:ext>
            </a:extLst>
          </p:cNvPr>
          <p:cNvSpPr>
            <a:spLocks noGrp="1"/>
          </p:cNvSpPr>
          <p:nvPr>
            <p:ph type="title"/>
          </p:nvPr>
        </p:nvSpPr>
        <p:spPr>
          <a:xfrm>
            <a:off x="598358" y="0"/>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ACTIVITY DIAGRAM</a:t>
            </a:r>
          </a:p>
        </p:txBody>
      </p:sp>
      <p:sp>
        <p:nvSpPr>
          <p:cNvPr id="19" name="Footer Placeholder 6">
            <a:extLst>
              <a:ext uri="{FF2B5EF4-FFF2-40B4-BE49-F238E27FC236}">
                <a16:creationId xmlns:a16="http://schemas.microsoft.com/office/drawing/2014/main" id="{590B4B5F-3DCA-026F-975B-F3F929D952A6}"/>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20" name="Date Placeholder 7">
            <a:extLst>
              <a:ext uri="{FF2B5EF4-FFF2-40B4-BE49-F238E27FC236}">
                <a16:creationId xmlns:a16="http://schemas.microsoft.com/office/drawing/2014/main" id="{0EBFC92C-AF18-BF0D-C9FD-FAE50764F59D}"/>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21" name="Slide Number Placeholder 5">
            <a:extLst>
              <a:ext uri="{FF2B5EF4-FFF2-40B4-BE49-F238E27FC236}">
                <a16:creationId xmlns:a16="http://schemas.microsoft.com/office/drawing/2014/main" id="{1FAF4D30-62A4-2B55-673B-4A8F52C418D1}"/>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25</a:t>
            </a:fld>
            <a:endParaRPr lang="en-IN" dirty="0">
              <a:solidFill>
                <a:schemeClr val="tx1"/>
              </a:solidFill>
            </a:endParaRPr>
          </a:p>
        </p:txBody>
      </p:sp>
      <p:pic>
        <p:nvPicPr>
          <p:cNvPr id="3" name="Picture 2">
            <a:extLst>
              <a:ext uri="{FF2B5EF4-FFF2-40B4-BE49-F238E27FC236}">
                <a16:creationId xmlns:a16="http://schemas.microsoft.com/office/drawing/2014/main" id="{84A50625-5942-EE91-B110-FD2A30A16A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829341"/>
            <a:ext cx="4572000" cy="498940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874" y="415630"/>
            <a:ext cx="11014947" cy="6026740"/>
          </a:xfrm>
        </p:spPr>
        <p:txBody>
          <a:bodyPr/>
          <a:lstStyle/>
          <a:p>
            <a:br>
              <a:rPr lang="en-US" dirty="0">
                <a:solidFill>
                  <a:schemeClr val="tx1"/>
                </a:solidFill>
              </a:rPr>
            </a:br>
            <a:br>
              <a:rPr lang="en-IN" dirty="0">
                <a:solidFill>
                  <a:schemeClr val="tx1"/>
                </a:solidFill>
              </a:rPr>
            </a:br>
            <a:br>
              <a:rPr lang="en-IN" dirty="0">
                <a:solidFill>
                  <a:schemeClr val="tx1"/>
                </a:solidFill>
              </a:rPr>
            </a:br>
            <a:br>
              <a:rPr lang="en-IN" dirty="0">
                <a:solidFill>
                  <a:schemeClr val="tx1"/>
                </a:solidFill>
              </a:rPr>
            </a:br>
            <a:br>
              <a:rPr lang="en-IN" dirty="0">
                <a:solidFill>
                  <a:schemeClr val="tx1"/>
                </a:solidFill>
              </a:rPr>
            </a:br>
            <a:br>
              <a:rPr lang="en-IN" dirty="0">
                <a:solidFill>
                  <a:schemeClr val="tx1"/>
                </a:solidFill>
              </a:rPr>
            </a:br>
            <a:r>
              <a:rPr lang="en-IN" dirty="0">
                <a:solidFill>
                  <a:schemeClr val="tx1"/>
                </a:solidFill>
              </a:rPr>
              <a:t>							</a:t>
            </a:r>
            <a:endParaRPr lang="en-IN" sz="1600" dirty="0">
              <a:solidFill>
                <a:schemeClr val="tx1"/>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220F4A1-67E6-4E83-0A22-72EE143382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4955" y="1085124"/>
            <a:ext cx="7720313" cy="4502552"/>
          </a:xfrm>
          <a:prstGeom prst="rect">
            <a:avLst/>
          </a:prstGeom>
        </p:spPr>
      </p:pic>
      <p:sp>
        <p:nvSpPr>
          <p:cNvPr id="10" name="TextBox 9">
            <a:extLst>
              <a:ext uri="{FF2B5EF4-FFF2-40B4-BE49-F238E27FC236}">
                <a16:creationId xmlns:a16="http://schemas.microsoft.com/office/drawing/2014/main" id="{2548F4B3-E127-C85B-A223-680059439074}"/>
              </a:ext>
            </a:extLst>
          </p:cNvPr>
          <p:cNvSpPr txBox="1"/>
          <p:nvPr/>
        </p:nvSpPr>
        <p:spPr>
          <a:xfrm>
            <a:off x="3838353" y="544009"/>
            <a:ext cx="5029199"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COMPONENT DIAGRAM</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3751B91-BE36-FDA1-A5A9-06C97B487A0A}"/>
              </a:ext>
            </a:extLst>
          </p:cNvPr>
          <p:cNvSpPr txBox="1"/>
          <p:nvPr/>
        </p:nvSpPr>
        <p:spPr>
          <a:xfrm>
            <a:off x="1680003" y="5851751"/>
            <a:ext cx="9429054" cy="369332"/>
          </a:xfrm>
          <a:prstGeom prst="rect">
            <a:avLst/>
          </a:prstGeom>
          <a:noFill/>
        </p:spPr>
        <p:txBody>
          <a:bodyPr wrap="square" rtlCol="0">
            <a:spAutoFit/>
          </a:bodyPr>
          <a:lstStyle/>
          <a:p>
            <a:pPr algn="ctr"/>
            <a:r>
              <a:rPr lang="en-IN" dirty="0"/>
              <a:t>Fig 6: Component Diagram for </a:t>
            </a:r>
            <a:r>
              <a:rPr lang="en-IN" dirty="0" err="1"/>
              <a:t>Replimate</a:t>
            </a:r>
            <a:r>
              <a:rPr lang="en-IN" dirty="0"/>
              <a:t> - AI Powered Personal Digital Twin</a:t>
            </a:r>
          </a:p>
        </p:txBody>
      </p:sp>
      <p:sp>
        <p:nvSpPr>
          <p:cNvPr id="12" name="Footer Placeholder 6">
            <a:extLst>
              <a:ext uri="{FF2B5EF4-FFF2-40B4-BE49-F238E27FC236}">
                <a16:creationId xmlns:a16="http://schemas.microsoft.com/office/drawing/2014/main" id="{5773528D-87E1-0F9A-F523-D0D5D29717D9}"/>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13" name="Date Placeholder 7">
            <a:extLst>
              <a:ext uri="{FF2B5EF4-FFF2-40B4-BE49-F238E27FC236}">
                <a16:creationId xmlns:a16="http://schemas.microsoft.com/office/drawing/2014/main" id="{F53350E0-794C-CC54-4C93-278904878D2D}"/>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14" name="Slide Number Placeholder 5">
            <a:extLst>
              <a:ext uri="{FF2B5EF4-FFF2-40B4-BE49-F238E27FC236}">
                <a16:creationId xmlns:a16="http://schemas.microsoft.com/office/drawing/2014/main" id="{4286FB37-FC59-E98A-8D3D-44350C21A243}"/>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26</a:t>
            </a:fld>
            <a:endParaRPr lang="en-IN"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1D18CE-7968-2E94-E6FD-51C97BD5DBF6}"/>
              </a:ext>
            </a:extLst>
          </p:cNvPr>
          <p:cNvSpPr>
            <a:spLocks noGrp="1"/>
          </p:cNvSpPr>
          <p:nvPr>
            <p:ph idx="1"/>
          </p:nvPr>
        </p:nvSpPr>
        <p:spPr>
          <a:xfrm>
            <a:off x="838200" y="893135"/>
            <a:ext cx="9486013" cy="1041991"/>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The project implementation has progressed through several stages.</a:t>
            </a:r>
          </a:p>
          <a:p>
            <a:pPr marL="0" indent="0">
              <a:buNone/>
            </a:pPr>
            <a:r>
              <a:rPr lang="en-US" sz="1800" b="1" dirty="0">
                <a:latin typeface="Times New Roman" panose="02020603050405020304" pitchFamily="18" charset="0"/>
                <a:ea typeface="Times New Roman" panose="02020603050405020304" pitchFamily="18" charset="0"/>
                <a:cs typeface="Times New Roman" panose="02020603050405020304" pitchFamily="18" charset="0"/>
              </a:rPr>
              <a:t>Completed Work:</a:t>
            </a:r>
          </a:p>
          <a:p>
            <a:pPr algn="just"/>
            <a:r>
              <a:rPr lang="en-US" sz="1800" dirty="0">
                <a:latin typeface="Times New Roman" panose="02020603050405020304" pitchFamily="18" charset="0"/>
                <a:cs typeface="Times New Roman" panose="02020603050405020304" pitchFamily="18" charset="0"/>
              </a:rPr>
              <a:t>Literature survey and problem identification.</a:t>
            </a:r>
          </a:p>
          <a:p>
            <a:pPr algn="just"/>
            <a:r>
              <a:rPr lang="en-IN" sz="1800" dirty="0">
                <a:latin typeface="Times New Roman" panose="02020603050405020304" pitchFamily="18" charset="0"/>
                <a:cs typeface="Times New Roman" panose="02020603050405020304" pitchFamily="18" charset="0"/>
              </a:rPr>
              <a:t>System architecture design</a:t>
            </a:r>
            <a:r>
              <a:rPr lang="en-US" sz="1800" dirty="0">
                <a:latin typeface="Times New Roman" panose="02020603050405020304" pitchFamily="18" charset="0"/>
                <a:cs typeface="Times New Roman" panose="02020603050405020304" pitchFamily="18" charset="0"/>
              </a:rPr>
              <a:t>.</a:t>
            </a:r>
          </a:p>
          <a:p>
            <a:pPr algn="just"/>
            <a:r>
              <a:rPr lang="en-IN" sz="1800" dirty="0">
                <a:latin typeface="Times New Roman" panose="02020603050405020304" pitchFamily="18" charset="0"/>
                <a:cs typeface="Times New Roman" panose="02020603050405020304" pitchFamily="18" charset="0"/>
              </a:rPr>
              <a:t>UML diagrams creation</a:t>
            </a:r>
            <a:r>
              <a:rPr lang="en-US" sz="1800" dirty="0">
                <a:latin typeface="Times New Roman" panose="02020603050405020304" pitchFamily="18" charset="0"/>
                <a:cs typeface="Times New Roman" panose="02020603050405020304" pitchFamily="18" charset="0"/>
              </a:rPr>
              <a:t>.</a:t>
            </a:r>
          </a:p>
          <a:p>
            <a:pPr algn="just"/>
            <a:r>
              <a:rPr lang="en-IN" sz="1800" dirty="0">
                <a:latin typeface="Times New Roman" panose="02020603050405020304" pitchFamily="18" charset="0"/>
                <a:cs typeface="Times New Roman" panose="02020603050405020304" pitchFamily="18" charset="0"/>
              </a:rPr>
              <a:t>User authentication module</a:t>
            </a:r>
            <a:r>
              <a:rPr lang="en-US" sz="1800" dirty="0">
                <a:latin typeface="Times New Roman" panose="02020603050405020304" pitchFamily="18" charset="0"/>
                <a:cs typeface="Times New Roman" panose="02020603050405020304" pitchFamily="18" charset="0"/>
              </a:rPr>
              <a:t>.</a:t>
            </a:r>
          </a:p>
          <a:p>
            <a:pPr algn="just"/>
            <a:r>
              <a:rPr lang="en-IN" sz="1800" dirty="0">
                <a:latin typeface="Times New Roman" panose="02020603050405020304" pitchFamily="18" charset="0"/>
                <a:cs typeface="Times New Roman" panose="02020603050405020304" pitchFamily="18" charset="0"/>
              </a:rPr>
              <a:t>Chat interface development</a:t>
            </a:r>
          </a:p>
          <a:p>
            <a:pPr algn="just"/>
            <a:r>
              <a:rPr lang="en-US" sz="1800" dirty="0">
                <a:latin typeface="Times New Roman" panose="02020603050405020304" pitchFamily="18" charset="0"/>
                <a:cs typeface="Times New Roman" panose="02020603050405020304" pitchFamily="18" charset="0"/>
              </a:rPr>
              <a:t>Backend API development using </a:t>
            </a:r>
            <a:r>
              <a:rPr lang="en-US" sz="1800" dirty="0" err="1">
                <a:latin typeface="Times New Roman" panose="02020603050405020304" pitchFamily="18" charset="0"/>
                <a:cs typeface="Times New Roman" panose="02020603050405020304" pitchFamily="18" charset="0"/>
              </a:rPr>
              <a:t>FastAPI</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Integration with LLM for response generation.</a:t>
            </a:r>
          </a:p>
          <a:p>
            <a:pPr algn="just"/>
            <a:r>
              <a:rPr lang="en-IN" sz="1800" dirty="0">
                <a:latin typeface="Times New Roman" panose="02020603050405020304" pitchFamily="18" charset="0"/>
                <a:cs typeface="Times New Roman" panose="02020603050405020304" pitchFamily="18" charset="0"/>
              </a:rPr>
              <a:t>Basic memory storage system</a:t>
            </a:r>
            <a:endParaRPr lang="en-US"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Current Status:</a:t>
            </a:r>
          </a:p>
          <a:p>
            <a:pPr marL="0" indent="0">
              <a:buNone/>
            </a:pPr>
            <a:r>
              <a:rPr lang="en-IN" sz="1800" dirty="0">
                <a:latin typeface="Times New Roman" panose="02020603050405020304" pitchFamily="18" charset="0"/>
                <a:cs typeface="Times New Roman" panose="02020603050405020304" pitchFamily="18" charset="0"/>
              </a:rPr>
              <a:t>Implementing RAG for personalized responses</a:t>
            </a:r>
          </a:p>
          <a:p>
            <a:pPr marL="0" indent="0">
              <a:buNone/>
            </a:pPr>
            <a:r>
              <a:rPr lang="en-IN" sz="1800" dirty="0">
                <a:latin typeface="Times New Roman" panose="02020603050405020304" pitchFamily="18" charset="0"/>
                <a:cs typeface="Times New Roman" panose="02020603050405020304" pitchFamily="18" charset="0"/>
              </a:rPr>
              <a:t>Improving memory retrieval system</a:t>
            </a:r>
          </a:p>
          <a:p>
            <a:pPr marL="0" indent="0">
              <a:buNone/>
            </a:pPr>
            <a:r>
              <a:rPr lang="en-US" sz="1800" dirty="0">
                <a:latin typeface="Times New Roman" panose="02020603050405020304" pitchFamily="18" charset="0"/>
                <a:cs typeface="Times New Roman" panose="02020603050405020304" pitchFamily="18" charset="0"/>
              </a:rPr>
              <a:t>Testing chat sessions and history storage</a:t>
            </a:r>
            <a:endParaRPr lang="en-US" sz="1800" dirty="0"/>
          </a:p>
        </p:txBody>
      </p:sp>
      <p:sp>
        <p:nvSpPr>
          <p:cNvPr id="4" name="Date Placeholder 3">
            <a:extLst>
              <a:ext uri="{FF2B5EF4-FFF2-40B4-BE49-F238E27FC236}">
                <a16:creationId xmlns:a16="http://schemas.microsoft.com/office/drawing/2014/main" id="{5AE954AC-72FE-4194-738C-E9A278690E63}"/>
              </a:ext>
            </a:extLst>
          </p:cNvPr>
          <p:cNvSpPr>
            <a:spLocks noGrp="1"/>
          </p:cNvSpPr>
          <p:nvPr>
            <p:ph type="dt" sz="half" idx="10"/>
          </p:nvPr>
        </p:nvSpPr>
        <p:spPr/>
        <p:txBody>
          <a:bodyPr/>
          <a:lstStyle/>
          <a:p>
            <a:fld id="{67334BF2-EC4E-4273-82B1-522AD1FC4259}" type="datetime1">
              <a:rPr lang="en-IN" smtClean="0"/>
              <a:t>07-04-2026</a:t>
            </a:fld>
            <a:endParaRPr lang="en-IN" dirty="0"/>
          </a:p>
        </p:txBody>
      </p:sp>
      <p:sp>
        <p:nvSpPr>
          <p:cNvPr id="5" name="Footer Placeholder 4">
            <a:extLst>
              <a:ext uri="{FF2B5EF4-FFF2-40B4-BE49-F238E27FC236}">
                <a16:creationId xmlns:a16="http://schemas.microsoft.com/office/drawing/2014/main" id="{7BFE34B3-0EA5-F3C4-CAB9-862C78A27543}"/>
              </a:ext>
            </a:extLst>
          </p:cNvPr>
          <p:cNvSpPr>
            <a:spLocks noGrp="1"/>
          </p:cNvSpPr>
          <p:nvPr>
            <p:ph type="ftr" sz="quarter" idx="11"/>
          </p:nvPr>
        </p:nvSpPr>
        <p:spPr/>
        <p:txBody>
          <a:bodyPr/>
          <a:lstStyle/>
          <a:p>
            <a:r>
              <a:rPr lang="en-US"/>
              <a:t>Department of CSE-AIML , ACET (P3)</a:t>
            </a:r>
            <a:endParaRPr lang="en-IN"/>
          </a:p>
        </p:txBody>
      </p:sp>
      <p:sp>
        <p:nvSpPr>
          <p:cNvPr id="6" name="Slide Number Placeholder 5">
            <a:extLst>
              <a:ext uri="{FF2B5EF4-FFF2-40B4-BE49-F238E27FC236}">
                <a16:creationId xmlns:a16="http://schemas.microsoft.com/office/drawing/2014/main" id="{51CE8EC9-C413-ACDD-93AD-1FD95DE721DF}"/>
              </a:ext>
            </a:extLst>
          </p:cNvPr>
          <p:cNvSpPr>
            <a:spLocks noGrp="1"/>
          </p:cNvSpPr>
          <p:nvPr>
            <p:ph type="sldNum" sz="quarter" idx="12"/>
          </p:nvPr>
        </p:nvSpPr>
        <p:spPr/>
        <p:txBody>
          <a:bodyPr/>
          <a:lstStyle/>
          <a:p>
            <a:fld id="{F8C83006-B820-4A0E-83BB-52FDC78CC518}" type="slidenum">
              <a:rPr lang="en-IN" smtClean="0"/>
              <a:t>27</a:t>
            </a:fld>
            <a:endParaRPr lang="en-IN"/>
          </a:p>
        </p:txBody>
      </p:sp>
      <p:sp>
        <p:nvSpPr>
          <p:cNvPr id="9" name="Title 1">
            <a:extLst>
              <a:ext uri="{FF2B5EF4-FFF2-40B4-BE49-F238E27FC236}">
                <a16:creationId xmlns:a16="http://schemas.microsoft.com/office/drawing/2014/main" id="{2D6355FE-0F29-9241-34E6-749D64D49D16}"/>
              </a:ext>
            </a:extLst>
          </p:cNvPr>
          <p:cNvSpPr>
            <a:spLocks noGrp="1"/>
          </p:cNvSpPr>
          <p:nvPr>
            <p:ph type="title"/>
          </p:nvPr>
        </p:nvSpPr>
        <p:spPr>
          <a:xfrm>
            <a:off x="-3211033" y="-106326"/>
            <a:ext cx="14564833" cy="130780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a:solidFill>
                  <a:schemeClr val="bg2">
                    <a:lumMod val="10000"/>
                  </a:schemeClr>
                </a:solidFill>
                <a:latin typeface="Times New Roman" panose="02020603050405020304" pitchFamily="18" charset="0"/>
                <a:cs typeface="Times New Roman" panose="02020603050405020304" pitchFamily="18" charset="0"/>
              </a:rPr>
              <a:t>PROGRESS OF THE IMPLEMENTATION</a:t>
            </a:r>
            <a:endParaRPr lang="en-IN" sz="2800" dirty="0">
              <a:solidFill>
                <a:schemeClr val="bg2">
                  <a:lumMod val="10000"/>
                </a:schemeClr>
              </a:solidFill>
            </a:endParaRPr>
          </a:p>
        </p:txBody>
      </p:sp>
    </p:spTree>
    <p:extLst>
      <p:ext uri="{BB962C8B-B14F-4D97-AF65-F5344CB8AC3E}">
        <p14:creationId xmlns:p14="http://schemas.microsoft.com/office/powerpoint/2010/main" val="89980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6BDFB4-D036-1608-DAD1-6C4320BCD213}"/>
              </a:ext>
            </a:extLst>
          </p:cNvPr>
          <p:cNvSpPr>
            <a:spLocks noGrp="1"/>
          </p:cNvSpPr>
          <p:nvPr>
            <p:ph type="dt" sz="half" idx="10"/>
          </p:nvPr>
        </p:nvSpPr>
        <p:spPr/>
        <p:txBody>
          <a:bodyPr/>
          <a:lstStyle/>
          <a:p>
            <a:fld id="{5E4AD68F-FBE1-477F-B374-3CC3C78C64B1}" type="datetime1">
              <a:rPr lang="en-IN" smtClean="0"/>
              <a:t>07-04-2026</a:t>
            </a:fld>
            <a:endParaRPr lang="en-IN"/>
          </a:p>
        </p:txBody>
      </p:sp>
      <p:sp>
        <p:nvSpPr>
          <p:cNvPr id="3" name="Footer Placeholder 2">
            <a:extLst>
              <a:ext uri="{FF2B5EF4-FFF2-40B4-BE49-F238E27FC236}">
                <a16:creationId xmlns:a16="http://schemas.microsoft.com/office/drawing/2014/main" id="{72E66815-7EA6-576B-1E6B-45DDE5390B7D}"/>
              </a:ext>
            </a:extLst>
          </p:cNvPr>
          <p:cNvSpPr>
            <a:spLocks noGrp="1"/>
          </p:cNvSpPr>
          <p:nvPr>
            <p:ph type="ftr" sz="quarter" idx="11"/>
          </p:nvPr>
        </p:nvSpPr>
        <p:spPr/>
        <p:txBody>
          <a:bodyPr/>
          <a:lstStyle/>
          <a:p>
            <a:r>
              <a:rPr lang="en-US" dirty="0"/>
              <a:t>Department of CSE-AIML , ACET (P3)</a:t>
            </a:r>
            <a:endParaRPr lang="en-IN" dirty="0"/>
          </a:p>
        </p:txBody>
      </p:sp>
      <p:sp>
        <p:nvSpPr>
          <p:cNvPr id="4" name="Slide Number Placeholder 3">
            <a:extLst>
              <a:ext uri="{FF2B5EF4-FFF2-40B4-BE49-F238E27FC236}">
                <a16:creationId xmlns:a16="http://schemas.microsoft.com/office/drawing/2014/main" id="{661F5D58-7116-03BB-A9BC-0DBD9EB921CD}"/>
              </a:ext>
            </a:extLst>
          </p:cNvPr>
          <p:cNvSpPr>
            <a:spLocks noGrp="1"/>
          </p:cNvSpPr>
          <p:nvPr>
            <p:ph type="sldNum" sz="quarter" idx="12"/>
          </p:nvPr>
        </p:nvSpPr>
        <p:spPr/>
        <p:txBody>
          <a:bodyPr/>
          <a:lstStyle/>
          <a:p>
            <a:fld id="{F8C83006-B820-4A0E-83BB-52FDC78CC518}" type="slidenum">
              <a:rPr lang="en-IN" smtClean="0"/>
              <a:t>28</a:t>
            </a:fld>
            <a:endParaRPr lang="en-IN"/>
          </a:p>
        </p:txBody>
      </p:sp>
      <p:pic>
        <p:nvPicPr>
          <p:cNvPr id="5" name="table">
            <a:extLst>
              <a:ext uri="{FF2B5EF4-FFF2-40B4-BE49-F238E27FC236}">
                <a16:creationId xmlns:a16="http://schemas.microsoft.com/office/drawing/2014/main" id="{14ED9FA6-C26B-9DDE-BC45-177724DD53B3}"/>
              </a:ext>
            </a:extLst>
          </p:cNvPr>
          <p:cNvPicPr>
            <a:picLocks noChangeAspect="1"/>
          </p:cNvPicPr>
          <p:nvPr/>
        </p:nvPicPr>
        <p:blipFill>
          <a:blip r:embed="rId2"/>
          <a:stretch>
            <a:fillRect/>
          </a:stretch>
        </p:blipFill>
        <p:spPr>
          <a:xfrm>
            <a:off x="584201" y="2385264"/>
            <a:ext cx="11049000" cy="3152950"/>
          </a:xfrm>
          <a:prstGeom prst="rect">
            <a:avLst/>
          </a:prstGeom>
        </p:spPr>
      </p:pic>
      <p:sp>
        <p:nvSpPr>
          <p:cNvPr id="8" name="Title 1">
            <a:extLst>
              <a:ext uri="{FF2B5EF4-FFF2-40B4-BE49-F238E27FC236}">
                <a16:creationId xmlns:a16="http://schemas.microsoft.com/office/drawing/2014/main" id="{BEFAA303-9CA3-313A-EE2B-4AAB14D7437D}"/>
              </a:ext>
            </a:extLst>
          </p:cNvPr>
          <p:cNvSpPr>
            <a:spLocks noGrp="1"/>
          </p:cNvSpPr>
          <p:nvPr/>
        </p:nvSpPr>
        <p:spPr>
          <a:xfrm>
            <a:off x="-1717221" y="-3152950"/>
            <a:ext cx="15626443" cy="79281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chemeClr val="bg2">
                    <a:lumMod val="10000"/>
                  </a:schemeClr>
                </a:solidFill>
                <a:latin typeface="Times New Roman" panose="02020603050405020304" pitchFamily="18" charset="0"/>
                <a:cs typeface="Times New Roman" panose="02020603050405020304" pitchFamily="18" charset="0"/>
              </a:rPr>
              <a:t>                         TEST CASES IDENTIFICATION</a:t>
            </a:r>
          </a:p>
        </p:txBody>
      </p:sp>
      <p:sp>
        <p:nvSpPr>
          <p:cNvPr id="10" name="TextBox 9">
            <a:extLst>
              <a:ext uri="{FF2B5EF4-FFF2-40B4-BE49-F238E27FC236}">
                <a16:creationId xmlns:a16="http://schemas.microsoft.com/office/drawing/2014/main" id="{6B3AA657-FE65-367C-15D6-E12FA5E6429B}"/>
              </a:ext>
            </a:extLst>
          </p:cNvPr>
          <p:cNvSpPr txBox="1"/>
          <p:nvPr/>
        </p:nvSpPr>
        <p:spPr>
          <a:xfrm>
            <a:off x="584201" y="1567128"/>
            <a:ext cx="9423399" cy="369332"/>
          </a:xfrm>
          <a:prstGeom prst="rect">
            <a:avLst/>
          </a:prstGeom>
          <a:noFill/>
        </p:spPr>
        <p:txBody>
          <a:bodyPr wrap="square">
            <a:spAutoFit/>
          </a:bodyPr>
          <a:lstStyle/>
          <a:p>
            <a:pPr marL="0" indent="0" fontAlgn="ctr">
              <a:buNone/>
            </a:pPr>
            <a:r>
              <a:rPr lang="en-US" dirty="0">
                <a:latin typeface="Times New Roman" panose="02020603050405020304" pitchFamily="18" charset="0"/>
                <a:cs typeface="Times New Roman" panose="02020603050405020304" pitchFamily="18" charset="0"/>
              </a:rPr>
              <a:t>These are the test cases identified</a:t>
            </a:r>
          </a:p>
        </p:txBody>
      </p:sp>
      <p:sp>
        <p:nvSpPr>
          <p:cNvPr id="7" name="TextBox 6">
            <a:extLst>
              <a:ext uri="{FF2B5EF4-FFF2-40B4-BE49-F238E27FC236}">
                <a16:creationId xmlns:a16="http://schemas.microsoft.com/office/drawing/2014/main" id="{50465568-DE1C-A97A-77B3-87A3FC0A4C57}"/>
              </a:ext>
            </a:extLst>
          </p:cNvPr>
          <p:cNvSpPr txBox="1"/>
          <p:nvPr/>
        </p:nvSpPr>
        <p:spPr>
          <a:xfrm>
            <a:off x="4377070" y="5439451"/>
            <a:ext cx="7814930" cy="338554"/>
          </a:xfrm>
          <a:prstGeom prst="rect">
            <a:avLst/>
          </a:prstGeom>
          <a:noFill/>
        </p:spPr>
        <p:txBody>
          <a:bodyPr wrap="square">
            <a:spAutoFit/>
          </a:bodyPr>
          <a:lstStyle/>
          <a:p>
            <a:r>
              <a:rPr lang="en-US" sz="1600" b="1" dirty="0">
                <a:effectLst/>
                <a:latin typeface="Times New Roman" panose="02020603050405020304" pitchFamily="18" charset="0"/>
                <a:ea typeface="Times New Roman" panose="02020603050405020304" pitchFamily="18" charset="0"/>
              </a:rPr>
              <a:t>Fig 6</a:t>
            </a:r>
            <a:r>
              <a:rPr lang="en-US" sz="1600" dirty="0">
                <a:effectLst/>
                <a:latin typeface="Times New Roman" panose="02020603050405020304" pitchFamily="18" charset="0"/>
                <a:ea typeface="Times New Roman" panose="02020603050405020304" pitchFamily="18" charset="0"/>
              </a:rPr>
              <a:t>: Test</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Cases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for</a:t>
            </a:r>
            <a:r>
              <a:rPr lang="en-US" sz="1600" spc="-20" dirty="0">
                <a:effectLst/>
                <a:latin typeface="Times New Roman" panose="02020603050405020304" pitchFamily="18" charset="0"/>
                <a:ea typeface="Times New Roman" panose="02020603050405020304" pitchFamily="18" charset="0"/>
              </a:rPr>
              <a:t> User</a:t>
            </a:r>
            <a:endParaRPr lang="en-US" sz="1600" dirty="0"/>
          </a:p>
        </p:txBody>
      </p:sp>
    </p:spTree>
    <p:extLst>
      <p:ext uri="{BB962C8B-B14F-4D97-AF65-F5344CB8AC3E}">
        <p14:creationId xmlns:p14="http://schemas.microsoft.com/office/powerpoint/2010/main" val="32183137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63A041-2D40-21D7-7D15-239EEF6A17AB}"/>
              </a:ext>
            </a:extLst>
          </p:cNvPr>
          <p:cNvSpPr>
            <a:spLocks noGrp="1"/>
          </p:cNvSpPr>
          <p:nvPr>
            <p:ph type="dt" sz="half" idx="10"/>
          </p:nvPr>
        </p:nvSpPr>
        <p:spPr/>
        <p:txBody>
          <a:bodyPr/>
          <a:lstStyle/>
          <a:p>
            <a:fld id="{5E4AD68F-FBE1-477F-B374-3CC3C78C64B1}" type="datetime1">
              <a:rPr lang="en-IN" smtClean="0"/>
              <a:t>07-04-2026</a:t>
            </a:fld>
            <a:endParaRPr lang="en-IN"/>
          </a:p>
        </p:txBody>
      </p:sp>
      <p:sp>
        <p:nvSpPr>
          <p:cNvPr id="3" name="Footer Placeholder 2">
            <a:extLst>
              <a:ext uri="{FF2B5EF4-FFF2-40B4-BE49-F238E27FC236}">
                <a16:creationId xmlns:a16="http://schemas.microsoft.com/office/drawing/2014/main" id="{214C73FE-9473-4E63-B766-3E4A6BB73A21}"/>
              </a:ext>
            </a:extLst>
          </p:cNvPr>
          <p:cNvSpPr>
            <a:spLocks noGrp="1"/>
          </p:cNvSpPr>
          <p:nvPr>
            <p:ph type="ftr" sz="quarter" idx="11"/>
          </p:nvPr>
        </p:nvSpPr>
        <p:spPr/>
        <p:txBody>
          <a:bodyPr/>
          <a:lstStyle/>
          <a:p>
            <a:r>
              <a:rPr lang="en-US"/>
              <a:t>Department of CSE-AIML , ACET (P3)</a:t>
            </a:r>
            <a:endParaRPr lang="en-IN"/>
          </a:p>
        </p:txBody>
      </p:sp>
      <p:sp>
        <p:nvSpPr>
          <p:cNvPr id="4" name="Slide Number Placeholder 3">
            <a:extLst>
              <a:ext uri="{FF2B5EF4-FFF2-40B4-BE49-F238E27FC236}">
                <a16:creationId xmlns:a16="http://schemas.microsoft.com/office/drawing/2014/main" id="{4F04D357-348A-AD71-2D3A-68E145115D3B}"/>
              </a:ext>
            </a:extLst>
          </p:cNvPr>
          <p:cNvSpPr>
            <a:spLocks noGrp="1"/>
          </p:cNvSpPr>
          <p:nvPr>
            <p:ph type="sldNum" sz="quarter" idx="12"/>
          </p:nvPr>
        </p:nvSpPr>
        <p:spPr/>
        <p:txBody>
          <a:bodyPr/>
          <a:lstStyle/>
          <a:p>
            <a:fld id="{F8C83006-B820-4A0E-83BB-52FDC78CC518}" type="slidenum">
              <a:rPr lang="en-IN" smtClean="0"/>
              <a:t>29</a:t>
            </a:fld>
            <a:endParaRPr lang="en-IN"/>
          </a:p>
        </p:txBody>
      </p:sp>
      <p:sp>
        <p:nvSpPr>
          <p:cNvPr id="8" name="TextBox 7">
            <a:extLst>
              <a:ext uri="{FF2B5EF4-FFF2-40B4-BE49-F238E27FC236}">
                <a16:creationId xmlns:a16="http://schemas.microsoft.com/office/drawing/2014/main" id="{F2F7663E-EE7F-7098-422F-77406F38E5A7}"/>
              </a:ext>
            </a:extLst>
          </p:cNvPr>
          <p:cNvSpPr txBox="1"/>
          <p:nvPr/>
        </p:nvSpPr>
        <p:spPr>
          <a:xfrm>
            <a:off x="838200" y="511145"/>
            <a:ext cx="7340600" cy="523220"/>
          </a:xfrm>
          <a:prstGeom prst="rect">
            <a:avLst/>
          </a:prstGeom>
          <a:noFill/>
        </p:spPr>
        <p:txBody>
          <a:bodyPr wrap="square">
            <a:spAutoFit/>
          </a:bodyPr>
          <a:lstStyle/>
          <a:p>
            <a:r>
              <a:rPr lang="en-US" sz="2800" b="1" dirty="0">
                <a:solidFill>
                  <a:schemeClr val="bg2">
                    <a:lumMod val="10000"/>
                  </a:schemeClr>
                </a:solidFill>
                <a:latin typeface="Times New Roman" panose="02020603050405020304" pitchFamily="18" charset="0"/>
                <a:cs typeface="Times New Roman" panose="02020603050405020304" pitchFamily="18" charset="0"/>
              </a:rPr>
              <a:t>TESTING</a:t>
            </a:r>
            <a:endParaRPr lang="en-US" sz="2800" dirty="0">
              <a:solidFill>
                <a:schemeClr val="bg2">
                  <a:lumMod val="10000"/>
                </a:schemeClr>
              </a:solidFill>
            </a:endParaRPr>
          </a:p>
        </p:txBody>
      </p:sp>
      <p:sp>
        <p:nvSpPr>
          <p:cNvPr id="11" name="Content Placeholder 2">
            <a:extLst>
              <a:ext uri="{FF2B5EF4-FFF2-40B4-BE49-F238E27FC236}">
                <a16:creationId xmlns:a16="http://schemas.microsoft.com/office/drawing/2014/main" id="{6C6D02BC-D271-A5D0-B699-326FF22ED6A9}"/>
              </a:ext>
            </a:extLst>
          </p:cNvPr>
          <p:cNvSpPr>
            <a:spLocks noGrp="1"/>
          </p:cNvSpPr>
          <p:nvPr/>
        </p:nvSpPr>
        <p:spPr>
          <a:xfrm>
            <a:off x="838200" y="1254642"/>
            <a:ext cx="10236200" cy="489215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latin typeface="Times New Roman" panose="02020603050405020304" pitchFamily="18" charset="0"/>
                <a:cs typeface="Times New Roman" panose="02020603050405020304" pitchFamily="18" charset="0"/>
              </a:rPr>
              <a:t>Types of Testing Conducted:</a:t>
            </a:r>
          </a:p>
          <a:p>
            <a:pPr>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 Functional Testing:</a:t>
            </a:r>
          </a:p>
          <a:p>
            <a:pPr marL="0" indent="0">
              <a:buNone/>
            </a:pPr>
            <a:r>
              <a:rPr lang="en-IN" sz="2000" dirty="0">
                <a:latin typeface="Times New Roman" panose="02020603050405020304" pitchFamily="18" charset="0"/>
                <a:cs typeface="Times New Roman" panose="02020603050405020304" pitchFamily="18" charset="0"/>
              </a:rPr>
              <a:t>Verified login system.</a:t>
            </a:r>
            <a:r>
              <a:rPr lang="en-US" sz="2000" dirty="0">
                <a:latin typeface="Times New Roman" panose="02020603050405020304" pitchFamily="18" charset="0"/>
                <a:ea typeface="Calibri"/>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Checked chat and memory modules.</a:t>
            </a:r>
          </a:p>
          <a:p>
            <a:pPr>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 Integration Testing:</a:t>
            </a:r>
            <a:r>
              <a:rPr lang="en-US" sz="2000" b="1" dirty="0">
                <a:latin typeface="Times New Roman" panose="02020603050405020304" pitchFamily="18" charset="0"/>
                <a:ea typeface="Calibri"/>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Testing interaction between frontend and backend</a:t>
            </a:r>
            <a:endParaRPr lang="en-US" sz="2000" dirty="0">
              <a:latin typeface="Times New Roman" panose="02020603050405020304" pitchFamily="18" charset="0"/>
              <a:ea typeface="Calibri"/>
              <a:cs typeface="Times New Roman" panose="02020603050405020304" pitchFamily="18" charset="0"/>
            </a:endParaRPr>
          </a:p>
          <a:p>
            <a:pPr>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 Performance Testing:</a:t>
            </a:r>
            <a:r>
              <a:rPr lang="en-US" sz="2000" dirty="0">
                <a:latin typeface="Times New Roman" panose="02020603050405020304" pitchFamily="18" charset="0"/>
                <a:ea typeface="Calibri"/>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Checking response time of the system.</a:t>
            </a:r>
          </a:p>
          <a:p>
            <a:pPr>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 Security Testing:</a:t>
            </a:r>
            <a:r>
              <a:rPr lang="en-US" sz="2000" dirty="0">
                <a:latin typeface="Times New Roman" panose="02020603050405020304" pitchFamily="18" charset="0"/>
                <a:ea typeface="Calibri"/>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Ensuring encrypted data handling and secure authentication.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32989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96FF5-49D2-6ADA-FAAF-4FCC90C6B4B1}"/>
              </a:ext>
            </a:extLst>
          </p:cNvPr>
          <p:cNvSpPr>
            <a:spLocks noGrp="1"/>
          </p:cNvSpPr>
          <p:nvPr>
            <p:ph type="title"/>
          </p:nvPr>
        </p:nvSpPr>
        <p:spPr>
          <a:xfrm>
            <a:off x="3125000" y="183304"/>
            <a:ext cx="5323114" cy="762000"/>
          </a:xfrm>
        </p:spPr>
        <p:txBody>
          <a:bodyPr>
            <a:normAutofit/>
          </a:bodyPr>
          <a:lstStyle/>
          <a:p>
            <a:pPr algn="ctr"/>
            <a:r>
              <a:rPr lang="en-IN" sz="2800" b="1" dirty="0">
                <a:latin typeface="Times New Roman" panose="02020603050405020304" pitchFamily="18" charset="0"/>
                <a:cs typeface="Times New Roman" panose="02020603050405020304" pitchFamily="18" charset="0"/>
              </a:rPr>
              <a:t>OUTPUT SCREENS</a:t>
            </a:r>
          </a:p>
        </p:txBody>
      </p:sp>
      <p:sp>
        <p:nvSpPr>
          <p:cNvPr id="3" name="Footer Placeholder 6">
            <a:extLst>
              <a:ext uri="{FF2B5EF4-FFF2-40B4-BE49-F238E27FC236}">
                <a16:creationId xmlns:a16="http://schemas.microsoft.com/office/drawing/2014/main" id="{60C20F77-E9EE-29F6-1BE1-83FD80698B65}"/>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4" name="Date Placeholder 7">
            <a:extLst>
              <a:ext uri="{FF2B5EF4-FFF2-40B4-BE49-F238E27FC236}">
                <a16:creationId xmlns:a16="http://schemas.microsoft.com/office/drawing/2014/main" id="{D654458B-4071-C464-E44D-60B34F2BE057}"/>
              </a:ext>
            </a:extLst>
          </p:cNvPr>
          <p:cNvSpPr>
            <a:spLocks noGrp="1"/>
          </p:cNvSpPr>
          <p:nvPr>
            <p:ph type="dt" sz="half" idx="10"/>
          </p:nvPr>
        </p:nvSpPr>
        <p:spPr>
          <a:xfrm>
            <a:off x="768928" y="6254087"/>
            <a:ext cx="990599" cy="304799"/>
          </a:xfrm>
        </p:spPr>
        <p:txBody>
          <a:bodyPr/>
          <a:lstStyle/>
          <a:p>
            <a:fld id="{5E4AD68F-FBE1-477F-B374-3CC3C78C64B1}" type="datetime1">
              <a:rPr lang="en-IN"/>
              <a:pPr/>
              <a:t>07-04-2026</a:t>
            </a:fld>
            <a:endParaRPr lang="en-IN" dirty="0">
              <a:solidFill>
                <a:schemeClr val="tx1"/>
              </a:solidFill>
            </a:endParaRPr>
          </a:p>
        </p:txBody>
      </p:sp>
      <p:sp>
        <p:nvSpPr>
          <p:cNvPr id="5" name="Slide Number Placeholder 5">
            <a:extLst>
              <a:ext uri="{FF2B5EF4-FFF2-40B4-BE49-F238E27FC236}">
                <a16:creationId xmlns:a16="http://schemas.microsoft.com/office/drawing/2014/main" id="{C2561DE8-1889-101E-3F63-40AEB6E436D4}"/>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30</a:t>
            </a:fld>
            <a:endParaRPr lang="en-IN" dirty="0">
              <a:solidFill>
                <a:schemeClr val="tx1"/>
              </a:solidFill>
            </a:endParaRPr>
          </a:p>
        </p:txBody>
      </p:sp>
      <p:pic>
        <p:nvPicPr>
          <p:cNvPr id="6" name="Picture 5">
            <a:extLst>
              <a:ext uri="{FF2B5EF4-FFF2-40B4-BE49-F238E27FC236}">
                <a16:creationId xmlns:a16="http://schemas.microsoft.com/office/drawing/2014/main" id="{7D6B7B92-4362-5B24-C3E5-EFA5E34E63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2688" y="1138678"/>
            <a:ext cx="5323114" cy="4176439"/>
          </a:xfrm>
          <a:prstGeom prst="rect">
            <a:avLst/>
          </a:prstGeom>
        </p:spPr>
      </p:pic>
      <p:pic>
        <p:nvPicPr>
          <p:cNvPr id="7" name="Picture 6">
            <a:extLst>
              <a:ext uri="{FF2B5EF4-FFF2-40B4-BE49-F238E27FC236}">
                <a16:creationId xmlns:a16="http://schemas.microsoft.com/office/drawing/2014/main" id="{05DB6543-B507-AEB6-FB2B-91766CD119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8901" y="1041991"/>
            <a:ext cx="5295900" cy="4176439"/>
          </a:xfrm>
          <a:prstGeom prst="rect">
            <a:avLst/>
          </a:prstGeom>
        </p:spPr>
      </p:pic>
      <p:sp>
        <p:nvSpPr>
          <p:cNvPr id="9" name="TextBox 8">
            <a:extLst>
              <a:ext uri="{FF2B5EF4-FFF2-40B4-BE49-F238E27FC236}">
                <a16:creationId xmlns:a16="http://schemas.microsoft.com/office/drawing/2014/main" id="{F4BFF1FC-EE08-9FDA-6170-8B962BB0D3F4}"/>
              </a:ext>
            </a:extLst>
          </p:cNvPr>
          <p:cNvSpPr txBox="1"/>
          <p:nvPr/>
        </p:nvSpPr>
        <p:spPr>
          <a:xfrm>
            <a:off x="7117133" y="5007340"/>
            <a:ext cx="6097772" cy="553998"/>
          </a:xfrm>
          <a:prstGeom prst="rect">
            <a:avLst/>
          </a:prstGeom>
          <a:noFill/>
        </p:spPr>
        <p:txBody>
          <a:bodyPr wrap="square">
            <a:spAutoFit/>
          </a:bodyPr>
          <a:lstStyle/>
          <a:p>
            <a:pPr marL="457200" marR="0">
              <a:spcBef>
                <a:spcPts val="5"/>
              </a:spcBef>
              <a:buNone/>
            </a:pPr>
            <a:r>
              <a:rPr lang="en-US" sz="1600" b="1" dirty="0">
                <a:effectLst/>
                <a:latin typeface="Times New Roman" panose="02020603050405020304" pitchFamily="18" charset="0"/>
                <a:ea typeface="Times New Roman" panose="02020603050405020304" pitchFamily="18" charset="0"/>
              </a:rPr>
              <a:t>Fig 8</a:t>
            </a:r>
            <a:r>
              <a:rPr lang="en-US" sz="1600" dirty="0">
                <a:effectLst/>
                <a:latin typeface="Times New Roman" panose="02020603050405020304" pitchFamily="18" charset="0"/>
                <a:ea typeface="Times New Roman" panose="02020603050405020304" pitchFamily="18" charset="0"/>
              </a:rPr>
              <a:t>: User Personalization Interface</a:t>
            </a:r>
          </a:p>
          <a:p>
            <a:pPr marL="457200" marR="0">
              <a:spcBef>
                <a:spcPts val="5"/>
              </a:spcBef>
              <a:buNone/>
            </a:pPr>
            <a:r>
              <a:rPr lang="en-US" sz="1400" dirty="0">
                <a:effectLst/>
                <a:latin typeface="Times New Roman" panose="02020603050405020304" pitchFamily="18" charset="0"/>
                <a:ea typeface="Times New Roman" panose="02020603050405020304" pitchFamily="18" charset="0"/>
              </a:rPr>
              <a:t> </a:t>
            </a:r>
          </a:p>
        </p:txBody>
      </p:sp>
      <p:sp>
        <p:nvSpPr>
          <p:cNvPr id="12" name="TextBox 11">
            <a:extLst>
              <a:ext uri="{FF2B5EF4-FFF2-40B4-BE49-F238E27FC236}">
                <a16:creationId xmlns:a16="http://schemas.microsoft.com/office/drawing/2014/main" id="{0EC343EF-6F73-CEB0-F0C4-7852324879F2}"/>
              </a:ext>
            </a:extLst>
          </p:cNvPr>
          <p:cNvSpPr txBox="1"/>
          <p:nvPr/>
        </p:nvSpPr>
        <p:spPr>
          <a:xfrm>
            <a:off x="768928" y="5007340"/>
            <a:ext cx="6305106" cy="615553"/>
          </a:xfrm>
          <a:prstGeom prst="rect">
            <a:avLst/>
          </a:prstGeom>
          <a:noFill/>
        </p:spPr>
        <p:txBody>
          <a:bodyPr wrap="square">
            <a:spAutoFit/>
          </a:bodyPr>
          <a:lstStyle/>
          <a:p>
            <a:pPr marL="971550" marR="0" indent="-571500">
              <a:spcBef>
                <a:spcPts val="5"/>
              </a:spcBef>
              <a:buNone/>
              <a:tabLst>
                <a:tab pos="628650" algn="l"/>
              </a:tabLst>
            </a:pPr>
            <a:r>
              <a:rPr lang="en-US" sz="1600" b="1" dirty="0">
                <a:effectLst/>
                <a:latin typeface="Times New Roman" panose="02020603050405020304" pitchFamily="18" charset="0"/>
                <a:ea typeface="Times New Roman" panose="02020603050405020304" pitchFamily="18" charset="0"/>
              </a:rPr>
              <a:t>Fig 7</a:t>
            </a:r>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Replimate</a:t>
            </a:r>
            <a:r>
              <a:rPr lang="en-US" sz="1600" dirty="0">
                <a:effectLst/>
                <a:latin typeface="Times New Roman" panose="02020603050405020304" pitchFamily="18" charset="0"/>
                <a:ea typeface="Times New Roman" panose="02020603050405020304" pitchFamily="18" charset="0"/>
              </a:rPr>
              <a:t> Login and User Authentication Interface</a:t>
            </a:r>
          </a:p>
          <a:p>
            <a:pPr marL="457200" marR="0">
              <a:spcBef>
                <a:spcPts val="5"/>
              </a:spcBef>
              <a:buNone/>
            </a:pPr>
            <a:r>
              <a:rPr lang="en-US" sz="18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4161332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6">
            <a:extLst>
              <a:ext uri="{FF2B5EF4-FFF2-40B4-BE49-F238E27FC236}">
                <a16:creationId xmlns:a16="http://schemas.microsoft.com/office/drawing/2014/main" id="{58BD0B1D-684F-F4BA-0DCB-15BC01CDE6FB}"/>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3" name="Date Placeholder 7">
            <a:extLst>
              <a:ext uri="{FF2B5EF4-FFF2-40B4-BE49-F238E27FC236}">
                <a16:creationId xmlns:a16="http://schemas.microsoft.com/office/drawing/2014/main" id="{14AA5B2A-4436-2312-36BE-A9853FB4B039}"/>
              </a:ext>
            </a:extLst>
          </p:cNvPr>
          <p:cNvSpPr>
            <a:spLocks noGrp="1"/>
          </p:cNvSpPr>
          <p:nvPr>
            <p:ph type="dt" sz="half" idx="10"/>
          </p:nvPr>
        </p:nvSpPr>
        <p:spPr>
          <a:xfrm>
            <a:off x="768928" y="6254087"/>
            <a:ext cx="990599" cy="304799"/>
          </a:xfrm>
        </p:spPr>
        <p:txBody>
          <a:bodyPr/>
          <a:lstStyle/>
          <a:p>
            <a:fld id="{5E4AD68F-FBE1-477F-B374-3CC3C78C64B1}" type="datetime1">
              <a:rPr lang="en-IN"/>
              <a:pPr/>
              <a:t>07-04-2026</a:t>
            </a:fld>
            <a:endParaRPr lang="en-IN" dirty="0">
              <a:solidFill>
                <a:schemeClr val="tx1"/>
              </a:solidFill>
            </a:endParaRPr>
          </a:p>
        </p:txBody>
      </p:sp>
      <p:sp>
        <p:nvSpPr>
          <p:cNvPr id="4" name="Slide Number Placeholder 5">
            <a:extLst>
              <a:ext uri="{FF2B5EF4-FFF2-40B4-BE49-F238E27FC236}">
                <a16:creationId xmlns:a16="http://schemas.microsoft.com/office/drawing/2014/main" id="{4C25AB59-89B1-0697-A3D1-19E2FA9B27AA}"/>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31</a:t>
            </a:fld>
            <a:endParaRPr lang="en-IN" dirty="0">
              <a:solidFill>
                <a:schemeClr val="tx1"/>
              </a:solidFill>
            </a:endParaRPr>
          </a:p>
        </p:txBody>
      </p:sp>
      <p:pic>
        <p:nvPicPr>
          <p:cNvPr id="6" name="Picture 5">
            <a:extLst>
              <a:ext uri="{FF2B5EF4-FFF2-40B4-BE49-F238E27FC236}">
                <a16:creationId xmlns:a16="http://schemas.microsoft.com/office/drawing/2014/main" id="{C25400C2-EE15-0119-418C-7BF0FD9437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8928" y="569900"/>
            <a:ext cx="10831192" cy="2275367"/>
          </a:xfrm>
          <a:prstGeom prst="rect">
            <a:avLst/>
          </a:prstGeom>
        </p:spPr>
      </p:pic>
      <p:pic>
        <p:nvPicPr>
          <p:cNvPr id="8" name="Picture 7">
            <a:extLst>
              <a:ext uri="{FF2B5EF4-FFF2-40B4-BE49-F238E27FC236}">
                <a16:creationId xmlns:a16="http://schemas.microsoft.com/office/drawing/2014/main" id="{1B2D491A-EF6F-FFC7-ADA7-9183ED3F6F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9527" y="3429000"/>
            <a:ext cx="10287161" cy="2395855"/>
          </a:xfrm>
          <a:prstGeom prst="rect">
            <a:avLst/>
          </a:prstGeom>
        </p:spPr>
      </p:pic>
      <p:sp>
        <p:nvSpPr>
          <p:cNvPr id="10" name="TextBox 9">
            <a:extLst>
              <a:ext uri="{FF2B5EF4-FFF2-40B4-BE49-F238E27FC236}">
                <a16:creationId xmlns:a16="http://schemas.microsoft.com/office/drawing/2014/main" id="{6BE3E990-18E5-F524-5920-ACB9D2C7A8FC}"/>
              </a:ext>
            </a:extLst>
          </p:cNvPr>
          <p:cNvSpPr txBox="1"/>
          <p:nvPr/>
        </p:nvSpPr>
        <p:spPr>
          <a:xfrm>
            <a:off x="3953700" y="5824855"/>
            <a:ext cx="6097772" cy="338554"/>
          </a:xfrm>
          <a:prstGeom prst="rect">
            <a:avLst/>
          </a:prstGeom>
          <a:noFill/>
        </p:spPr>
        <p:txBody>
          <a:bodyPr wrap="square">
            <a:spAutoFit/>
          </a:bodyPr>
          <a:lstStyle/>
          <a:p>
            <a:r>
              <a:rPr lang="en-US" sz="1600" b="1" dirty="0">
                <a:effectLst/>
                <a:latin typeface="Times New Roman" panose="02020603050405020304" pitchFamily="18" charset="0"/>
                <a:ea typeface="Times New Roman" panose="02020603050405020304" pitchFamily="18" charset="0"/>
              </a:rPr>
              <a:t>Fig 10</a:t>
            </a:r>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Replimate</a:t>
            </a:r>
            <a:r>
              <a:rPr lang="en-US" sz="1600" dirty="0">
                <a:effectLst/>
                <a:latin typeface="Times New Roman" panose="02020603050405020304" pitchFamily="18" charset="0"/>
                <a:ea typeface="Times New Roman" panose="02020603050405020304" pitchFamily="18" charset="0"/>
              </a:rPr>
              <a:t> Output Response with Personalized Suggestions</a:t>
            </a:r>
            <a:endParaRPr lang="en-US" sz="1600" dirty="0"/>
          </a:p>
        </p:txBody>
      </p:sp>
      <p:sp>
        <p:nvSpPr>
          <p:cNvPr id="12" name="TextBox 11">
            <a:extLst>
              <a:ext uri="{FF2B5EF4-FFF2-40B4-BE49-F238E27FC236}">
                <a16:creationId xmlns:a16="http://schemas.microsoft.com/office/drawing/2014/main" id="{D501A78A-05C3-B62E-3882-0B09932A32D6}"/>
              </a:ext>
            </a:extLst>
          </p:cNvPr>
          <p:cNvSpPr txBox="1"/>
          <p:nvPr/>
        </p:nvSpPr>
        <p:spPr>
          <a:xfrm>
            <a:off x="4378752" y="2860751"/>
            <a:ext cx="6097772" cy="338554"/>
          </a:xfrm>
          <a:prstGeom prst="rect">
            <a:avLst/>
          </a:prstGeom>
          <a:noFill/>
        </p:spPr>
        <p:txBody>
          <a:bodyPr wrap="square">
            <a:spAutoFit/>
          </a:bodyPr>
          <a:lstStyle/>
          <a:p>
            <a:r>
              <a:rPr lang="en-US" sz="1600" b="1" dirty="0">
                <a:effectLst/>
                <a:latin typeface="Times New Roman" panose="02020603050405020304" pitchFamily="18" charset="0"/>
                <a:ea typeface="Times New Roman" panose="02020603050405020304" pitchFamily="18" charset="0"/>
              </a:rPr>
              <a:t>Fig 9</a:t>
            </a:r>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Replimate</a:t>
            </a:r>
            <a:r>
              <a:rPr lang="en-US" sz="1600" dirty="0">
                <a:effectLst/>
                <a:latin typeface="Times New Roman" panose="02020603050405020304" pitchFamily="18" charset="0"/>
                <a:ea typeface="Times New Roman" panose="02020603050405020304" pitchFamily="18" charset="0"/>
              </a:rPr>
              <a:t> AI Assistant Interaction Interface</a:t>
            </a:r>
            <a:endParaRPr lang="en-US" sz="1600" dirty="0"/>
          </a:p>
        </p:txBody>
      </p:sp>
    </p:spTree>
    <p:extLst>
      <p:ext uri="{BB962C8B-B14F-4D97-AF65-F5344CB8AC3E}">
        <p14:creationId xmlns:p14="http://schemas.microsoft.com/office/powerpoint/2010/main" val="10293645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CBF622-5495-608D-6A22-DA6C811FC5BB}"/>
              </a:ext>
            </a:extLst>
          </p:cNvPr>
          <p:cNvSpPr>
            <a:spLocks noGrp="1"/>
          </p:cNvSpPr>
          <p:nvPr>
            <p:ph type="dt" sz="half" idx="10"/>
          </p:nvPr>
        </p:nvSpPr>
        <p:spPr/>
        <p:txBody>
          <a:bodyPr/>
          <a:lstStyle/>
          <a:p>
            <a:fld id="{5E4AD68F-FBE1-477F-B374-3CC3C78C64B1}" type="datetime1">
              <a:rPr lang="en-IN" smtClean="0"/>
              <a:t>07-04-2026</a:t>
            </a:fld>
            <a:endParaRPr lang="en-IN" dirty="0"/>
          </a:p>
        </p:txBody>
      </p:sp>
      <p:sp>
        <p:nvSpPr>
          <p:cNvPr id="3" name="Footer Placeholder 2">
            <a:extLst>
              <a:ext uri="{FF2B5EF4-FFF2-40B4-BE49-F238E27FC236}">
                <a16:creationId xmlns:a16="http://schemas.microsoft.com/office/drawing/2014/main" id="{DCB6C662-9052-0328-090A-7007B82936A2}"/>
              </a:ext>
            </a:extLst>
          </p:cNvPr>
          <p:cNvSpPr>
            <a:spLocks noGrp="1"/>
          </p:cNvSpPr>
          <p:nvPr>
            <p:ph type="ftr" sz="quarter" idx="11"/>
          </p:nvPr>
        </p:nvSpPr>
        <p:spPr/>
        <p:txBody>
          <a:bodyPr/>
          <a:lstStyle/>
          <a:p>
            <a:r>
              <a:rPr lang="en-US"/>
              <a:t>Department of CSE-AIML , ACET (P3)</a:t>
            </a:r>
            <a:endParaRPr lang="en-IN"/>
          </a:p>
        </p:txBody>
      </p:sp>
      <p:sp>
        <p:nvSpPr>
          <p:cNvPr id="4" name="Slide Number Placeholder 3">
            <a:extLst>
              <a:ext uri="{FF2B5EF4-FFF2-40B4-BE49-F238E27FC236}">
                <a16:creationId xmlns:a16="http://schemas.microsoft.com/office/drawing/2014/main" id="{CDC1F8DD-A87B-FF5A-7AC5-70912E7A4B71}"/>
              </a:ext>
            </a:extLst>
          </p:cNvPr>
          <p:cNvSpPr>
            <a:spLocks noGrp="1"/>
          </p:cNvSpPr>
          <p:nvPr>
            <p:ph type="sldNum" sz="quarter" idx="12"/>
          </p:nvPr>
        </p:nvSpPr>
        <p:spPr/>
        <p:txBody>
          <a:bodyPr/>
          <a:lstStyle/>
          <a:p>
            <a:fld id="{F8C83006-B820-4A0E-83BB-52FDC78CC518}" type="slidenum">
              <a:rPr lang="en-IN" smtClean="0"/>
              <a:t>32</a:t>
            </a:fld>
            <a:endParaRPr lang="en-IN"/>
          </a:p>
        </p:txBody>
      </p:sp>
      <p:sp>
        <p:nvSpPr>
          <p:cNvPr id="6" name="Title 1">
            <a:extLst>
              <a:ext uri="{FF2B5EF4-FFF2-40B4-BE49-F238E27FC236}">
                <a16:creationId xmlns:a16="http://schemas.microsoft.com/office/drawing/2014/main" id="{81C1972A-56D5-DDA1-0373-89D5EC99753F}"/>
              </a:ext>
            </a:extLst>
          </p:cNvPr>
          <p:cNvSpPr>
            <a:spLocks noGrp="1"/>
          </p:cNvSpPr>
          <p:nvPr/>
        </p:nvSpPr>
        <p:spPr>
          <a:xfrm>
            <a:off x="-1717221" y="-2768600"/>
            <a:ext cx="15626443" cy="6934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chemeClr val="accent1">
                    <a:lumMod val="75000"/>
                  </a:schemeClr>
                </a:solidFill>
                <a:latin typeface="Times New Roman" panose="02020603050405020304" pitchFamily="18" charset="0"/>
                <a:cs typeface="Times New Roman" panose="02020603050405020304" pitchFamily="18" charset="0"/>
              </a:rPr>
              <a:t>                       </a:t>
            </a:r>
            <a:r>
              <a:rPr lang="en-US" sz="2800" b="1" dirty="0">
                <a:solidFill>
                  <a:schemeClr val="bg2">
                    <a:lumMod val="10000"/>
                  </a:schemeClr>
                </a:solidFill>
                <a:latin typeface="Times New Roman" panose="02020603050405020304" pitchFamily="18" charset="0"/>
                <a:cs typeface="Times New Roman" panose="02020603050405020304" pitchFamily="18" charset="0"/>
              </a:rPr>
              <a:t>BASIC OUTPUT AND RESULT ANALYSIS</a:t>
            </a:r>
          </a:p>
        </p:txBody>
      </p:sp>
      <p:sp>
        <p:nvSpPr>
          <p:cNvPr id="7" name="Content Placeholder 2">
            <a:extLst>
              <a:ext uri="{FF2B5EF4-FFF2-40B4-BE49-F238E27FC236}">
                <a16:creationId xmlns:a16="http://schemas.microsoft.com/office/drawing/2014/main" id="{79841CC9-AD39-CD42-50C4-E07C1AFC8648}"/>
              </a:ext>
            </a:extLst>
          </p:cNvPr>
          <p:cNvSpPr>
            <a:spLocks noGrp="1"/>
          </p:cNvSpPr>
          <p:nvPr/>
        </p:nvSpPr>
        <p:spPr>
          <a:xfrm>
            <a:off x="393405" y="1105787"/>
            <a:ext cx="11387469" cy="4986669"/>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buNone/>
            </a:pPr>
            <a:r>
              <a:rPr lang="en-US" sz="2000" b="1" dirty="0">
                <a:latin typeface="Times New Roman" panose="02020603050405020304" pitchFamily="18" charset="0"/>
                <a:cs typeface="Times New Roman" panose="02020603050405020304" pitchFamily="18" charset="0"/>
              </a:rPr>
              <a:t>Basic Output:</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Replimate</a:t>
            </a:r>
            <a:r>
              <a:rPr lang="en-US" sz="2000" dirty="0">
                <a:latin typeface="Times New Roman" panose="02020603050405020304" pitchFamily="18" charset="0"/>
                <a:cs typeface="Times New Roman" panose="02020603050405020304" pitchFamily="18" charset="0"/>
              </a:rPr>
              <a:t> system analyzes user interactions to provide personalized AI assistance. It processes user queries, retrieves relevant memory, and generates intelligent responses through the chatbot interface.</a:t>
            </a:r>
            <a:endParaRPr lang="en-US" sz="2000" dirty="0">
              <a:latin typeface="Times New Roman" panose="02020603050405020304" pitchFamily="18" charset="0"/>
              <a:ea typeface="Calibri"/>
              <a:cs typeface="Times New Roman" panose="02020603050405020304" pitchFamily="18" charset="0"/>
            </a:endParaRPr>
          </a:p>
          <a:p>
            <a:pPr marL="0" indent="0" algn="just">
              <a:lnSpc>
                <a:spcPct val="150000"/>
              </a:lnSpc>
              <a:buNone/>
            </a:pPr>
            <a:r>
              <a:rPr lang="en-US" sz="2000" dirty="0">
                <a:latin typeface="Times New Roman" panose="02020603050405020304" pitchFamily="18" charset="0"/>
                <a:ea typeface="Calibri"/>
                <a:cs typeface="Times New Roman" panose="02020603050405020304" pitchFamily="18" charset="0"/>
              </a:rPr>
              <a:t>The system provide the following outputs:</a:t>
            </a:r>
          </a:p>
          <a:p>
            <a:pPr algn="just">
              <a:lnSpc>
                <a:spcPct val="150000"/>
              </a:lnSpc>
            </a:pPr>
            <a:r>
              <a:rPr lang="en-IN" sz="2000" b="1" dirty="0">
                <a:latin typeface="Times New Roman" panose="02020603050405020304" pitchFamily="18" charset="0"/>
                <a:cs typeface="Times New Roman" panose="02020603050405020304" pitchFamily="18" charset="0"/>
              </a:rPr>
              <a:t>User Authentication Success </a:t>
            </a:r>
            <a:r>
              <a:rPr lang="en-US" sz="2000" dirty="0">
                <a:latin typeface="Times New Roman" panose="02020603050405020304" pitchFamily="18" charset="0"/>
                <a:cs typeface="Times New Roman" panose="02020603050405020304" pitchFamily="18" charset="0"/>
              </a:rPr>
              <a:t>– The system verifies user credentials and allows secure login and access to the application.</a:t>
            </a:r>
            <a:endParaRPr lang="en-US" sz="2000" dirty="0">
              <a:latin typeface="Times New Roman" panose="02020603050405020304" pitchFamily="18" charset="0"/>
              <a:ea typeface="Calibri"/>
              <a:cs typeface="Times New Roman" panose="02020603050405020304" pitchFamily="18" charset="0"/>
            </a:endParaRPr>
          </a:p>
          <a:p>
            <a:pPr algn="just">
              <a:lnSpc>
                <a:spcPct val="150000"/>
              </a:lnSpc>
            </a:pPr>
            <a:r>
              <a:rPr lang="en-IN" sz="2000" b="1" dirty="0">
                <a:latin typeface="Times New Roman" panose="02020603050405020304" pitchFamily="18" charset="0"/>
                <a:cs typeface="Times New Roman" panose="02020603050405020304" pitchFamily="18" charset="0"/>
              </a:rPr>
              <a:t>Personalized AI Response </a:t>
            </a:r>
            <a:r>
              <a:rPr lang="en-US" sz="2000" dirty="0">
                <a:latin typeface="Times New Roman" panose="02020603050405020304" pitchFamily="18" charset="0"/>
                <a:cs typeface="Times New Roman" panose="02020603050405020304" pitchFamily="18" charset="0"/>
              </a:rPr>
              <a:t>– The system generates intelligent and context-aware responses based on the user query.</a:t>
            </a:r>
          </a:p>
          <a:p>
            <a:pPr algn="just">
              <a:lnSpc>
                <a:spcPct val="150000"/>
              </a:lnSpc>
            </a:pPr>
            <a:r>
              <a:rPr lang="en-IN" sz="2000" b="1" dirty="0">
                <a:latin typeface="Times New Roman" panose="02020603050405020304" pitchFamily="18" charset="0"/>
                <a:cs typeface="Times New Roman" panose="02020603050405020304" pitchFamily="18" charset="0"/>
              </a:rPr>
              <a:t>Memory-Based Suggestions </a:t>
            </a:r>
            <a:r>
              <a:rPr lang="en-US" sz="2000" dirty="0">
                <a:latin typeface="Times New Roman" panose="02020603050405020304" pitchFamily="18" charset="0"/>
                <a:cs typeface="Times New Roman" panose="02020603050405020304" pitchFamily="18" charset="0"/>
              </a:rPr>
              <a:t>– The system retrieves stored user preferences and previous conversations to provide personalized responses.</a:t>
            </a:r>
          </a:p>
          <a:p>
            <a:pPr algn="just">
              <a:lnSpc>
                <a:spcPct val="150000"/>
              </a:lnSpc>
            </a:pPr>
            <a:r>
              <a:rPr lang="en-IN" sz="2000" b="1" dirty="0">
                <a:latin typeface="Times New Roman" panose="02020603050405020304" pitchFamily="18" charset="0"/>
                <a:cs typeface="Times New Roman" panose="02020603050405020304" pitchFamily="18" charset="0"/>
              </a:rPr>
              <a:t>Chat History Display </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system stores and displays previous conversations for better context and continuity.</a:t>
            </a:r>
          </a:p>
        </p:txBody>
      </p:sp>
    </p:spTree>
    <p:extLst>
      <p:ext uri="{BB962C8B-B14F-4D97-AF65-F5344CB8AC3E}">
        <p14:creationId xmlns:p14="http://schemas.microsoft.com/office/powerpoint/2010/main" val="4114859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1F5270-48D4-6337-4BB0-2932CBDFC4E2}"/>
              </a:ext>
            </a:extLst>
          </p:cNvPr>
          <p:cNvSpPr>
            <a:spLocks noGrp="1"/>
          </p:cNvSpPr>
          <p:nvPr>
            <p:ph type="dt" sz="half" idx="10"/>
          </p:nvPr>
        </p:nvSpPr>
        <p:spPr/>
        <p:txBody>
          <a:bodyPr/>
          <a:lstStyle/>
          <a:p>
            <a:fld id="{5E4AD68F-FBE1-477F-B374-3CC3C78C64B1}" type="datetime1">
              <a:rPr lang="en-IN" smtClean="0"/>
              <a:t>07-04-2026</a:t>
            </a:fld>
            <a:endParaRPr lang="en-IN"/>
          </a:p>
        </p:txBody>
      </p:sp>
      <p:sp>
        <p:nvSpPr>
          <p:cNvPr id="3" name="Footer Placeholder 2">
            <a:extLst>
              <a:ext uri="{FF2B5EF4-FFF2-40B4-BE49-F238E27FC236}">
                <a16:creationId xmlns:a16="http://schemas.microsoft.com/office/drawing/2014/main" id="{F1C88C8D-5E95-089A-B12D-C35DC2656C06}"/>
              </a:ext>
            </a:extLst>
          </p:cNvPr>
          <p:cNvSpPr>
            <a:spLocks noGrp="1"/>
          </p:cNvSpPr>
          <p:nvPr>
            <p:ph type="ftr" sz="quarter" idx="11"/>
          </p:nvPr>
        </p:nvSpPr>
        <p:spPr/>
        <p:txBody>
          <a:bodyPr/>
          <a:lstStyle/>
          <a:p>
            <a:r>
              <a:rPr lang="en-US"/>
              <a:t>Department of CSE-AIML , ACET (P3)</a:t>
            </a:r>
            <a:endParaRPr lang="en-IN"/>
          </a:p>
        </p:txBody>
      </p:sp>
      <p:sp>
        <p:nvSpPr>
          <p:cNvPr id="4" name="Slide Number Placeholder 3">
            <a:extLst>
              <a:ext uri="{FF2B5EF4-FFF2-40B4-BE49-F238E27FC236}">
                <a16:creationId xmlns:a16="http://schemas.microsoft.com/office/drawing/2014/main" id="{C2271D73-D9BC-F27B-DFF5-AA418F483E12}"/>
              </a:ext>
            </a:extLst>
          </p:cNvPr>
          <p:cNvSpPr>
            <a:spLocks noGrp="1"/>
          </p:cNvSpPr>
          <p:nvPr>
            <p:ph type="sldNum" sz="quarter" idx="12"/>
          </p:nvPr>
        </p:nvSpPr>
        <p:spPr/>
        <p:txBody>
          <a:bodyPr/>
          <a:lstStyle/>
          <a:p>
            <a:fld id="{F8C83006-B820-4A0E-83BB-52FDC78CC518}" type="slidenum">
              <a:rPr lang="en-IN" smtClean="0"/>
              <a:t>33</a:t>
            </a:fld>
            <a:endParaRPr lang="en-IN"/>
          </a:p>
        </p:txBody>
      </p:sp>
      <p:sp>
        <p:nvSpPr>
          <p:cNvPr id="5" name="Content Placeholder 2">
            <a:extLst>
              <a:ext uri="{FF2B5EF4-FFF2-40B4-BE49-F238E27FC236}">
                <a16:creationId xmlns:a16="http://schemas.microsoft.com/office/drawing/2014/main" id="{C9D72F0F-AD15-A079-0B71-D1A9F344DCDF}"/>
              </a:ext>
            </a:extLst>
          </p:cNvPr>
          <p:cNvSpPr>
            <a:spLocks noGrp="1"/>
          </p:cNvSpPr>
          <p:nvPr/>
        </p:nvSpPr>
        <p:spPr>
          <a:xfrm>
            <a:off x="355599" y="381001"/>
            <a:ext cx="11531601" cy="597535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When user interactions occur, the system processes the request through the backend APIs and LLM, generates responses, and stores conversation history in the database. The results are displayed through the chat interface for the user.</a:t>
            </a:r>
          </a:p>
          <a:p>
            <a:pPr marL="0" indent="0">
              <a:lnSpc>
                <a:spcPct val="150000"/>
              </a:lnSpc>
              <a:buNone/>
            </a:pPr>
            <a:r>
              <a:rPr lang="en-US" sz="2400" b="1" dirty="0">
                <a:latin typeface="Times New Roman" panose="02020603050405020304" pitchFamily="18" charset="0"/>
                <a:cs typeface="Times New Roman" panose="02020603050405020304" pitchFamily="18" charset="0"/>
              </a:rPr>
              <a:t>Result Analysis:</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Replimate</a:t>
            </a:r>
            <a:r>
              <a:rPr lang="en-US" sz="2400" dirty="0">
                <a:latin typeface="Times New Roman" panose="02020603050405020304" pitchFamily="18" charset="0"/>
                <a:cs typeface="Times New Roman" panose="02020603050405020304" pitchFamily="18" charset="0"/>
              </a:rPr>
              <a:t> system was tested with different user queries and interaction scenarios to evaluate system performance and response quality.</a:t>
            </a:r>
            <a:endParaRPr lang="en-US" sz="2400" dirty="0">
              <a:latin typeface="Times New Roman" panose="02020603050405020304" pitchFamily="18" charset="0"/>
              <a:ea typeface="Calibri"/>
              <a:cs typeface="Times New Roman" panose="02020603050405020304" pitchFamily="18" charset="0"/>
            </a:endParaRPr>
          </a:p>
          <a:p>
            <a:pPr marL="0" indent="0" algn="just">
              <a:lnSpc>
                <a:spcPct val="150000"/>
              </a:lnSpc>
              <a:buNone/>
            </a:pPr>
            <a:r>
              <a:rPr lang="en-US" sz="2400" dirty="0">
                <a:latin typeface="Times New Roman" panose="02020603050405020304" pitchFamily="18" charset="0"/>
                <a:ea typeface="Calibri"/>
                <a:cs typeface="Times New Roman" panose="02020603050405020304" pitchFamily="18" charset="0"/>
              </a:rPr>
              <a:t>Observations are</a:t>
            </a:r>
          </a:p>
          <a:p>
            <a:pPr algn="just">
              <a:lnSpc>
                <a:spcPct val="150000"/>
              </a:lnSpc>
            </a:pPr>
            <a:r>
              <a:rPr lang="en-US" sz="2400" dirty="0">
                <a:latin typeface="Times New Roman" panose="02020603050405020304" pitchFamily="18" charset="0"/>
                <a:cs typeface="Times New Roman" panose="02020603050405020304" pitchFamily="18" charset="0"/>
              </a:rPr>
              <a:t>The system successfully authenticates users and manages login sessions.</a:t>
            </a:r>
          </a:p>
          <a:p>
            <a:pPr algn="just">
              <a:lnSpc>
                <a:spcPct val="150000"/>
              </a:lnSpc>
            </a:pPr>
            <a:r>
              <a:rPr lang="en-US" sz="2400" dirty="0">
                <a:latin typeface="Times New Roman" panose="02020603050405020304" pitchFamily="18" charset="0"/>
                <a:cs typeface="Times New Roman" panose="02020603050405020304" pitchFamily="18" charset="0"/>
              </a:rPr>
              <a:t>The chatbot generates relevant and context-aware responses using the language model.</a:t>
            </a:r>
          </a:p>
          <a:p>
            <a:pPr algn="just">
              <a:lnSpc>
                <a:spcPct val="150000"/>
              </a:lnSpc>
            </a:pPr>
            <a:r>
              <a:rPr lang="en-US" sz="2400" dirty="0">
                <a:latin typeface="Times New Roman" panose="02020603050405020304" pitchFamily="18" charset="0"/>
                <a:cs typeface="Times New Roman" panose="02020603050405020304" pitchFamily="18" charset="0"/>
              </a:rPr>
              <a:t>Memory retrieval improves personalization by using stored user preferences.</a:t>
            </a:r>
          </a:p>
          <a:p>
            <a:pPr algn="just">
              <a:lnSpc>
                <a:spcPct val="150000"/>
              </a:lnSpc>
            </a:pPr>
            <a:r>
              <a:rPr lang="en-US" sz="2400" dirty="0">
                <a:latin typeface="Times New Roman" panose="02020603050405020304" pitchFamily="18" charset="0"/>
                <a:cs typeface="Times New Roman" panose="02020603050405020304" pitchFamily="18" charset="0"/>
              </a:rPr>
              <a:t>Chat history allows users to review previous conversations.</a:t>
            </a:r>
          </a:p>
          <a:p>
            <a:pPr algn="just">
              <a:lnSpc>
                <a:spcPct val="150000"/>
              </a:lnSpc>
            </a:pPr>
            <a:r>
              <a:rPr lang="en-US" sz="2400" dirty="0">
                <a:latin typeface="Times New Roman" panose="02020603050405020304" pitchFamily="18" charset="0"/>
                <a:cs typeface="Times New Roman" panose="02020603050405020304" pitchFamily="18" charset="0"/>
              </a:rPr>
              <a:t>The system provides quick responses and smooth interaction through the interface.</a:t>
            </a:r>
          </a:p>
          <a:p>
            <a:pPr marL="0" indent="0" algn="just">
              <a:lnSpc>
                <a:spcPct val="120000"/>
              </a:lnSpc>
              <a:buNone/>
            </a:pPr>
            <a:endParaRPr lang="en-IN" b="1"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5344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C7B6F-A4AE-739F-1965-26E733D9C00B}"/>
              </a:ext>
            </a:extLst>
          </p:cNvPr>
          <p:cNvSpPr>
            <a:spLocks noGrp="1"/>
          </p:cNvSpPr>
          <p:nvPr>
            <p:ph type="title"/>
          </p:nvPr>
        </p:nvSpPr>
        <p:spPr>
          <a:xfrm>
            <a:off x="478465" y="365125"/>
            <a:ext cx="10875335" cy="1325563"/>
          </a:xfrm>
        </p:spPr>
        <p:txBody>
          <a:bodyPr>
            <a:normAutofit/>
          </a:bodyPr>
          <a:lstStyle/>
          <a:p>
            <a:r>
              <a:rPr lang="en-US" sz="2800" b="1" dirty="0">
                <a:solidFill>
                  <a:schemeClr val="bg2">
                    <a:lumMod val="10000"/>
                  </a:schemeClr>
                </a:solidFill>
                <a:latin typeface="Times New Roman" panose="02020603050405020304" pitchFamily="18" charset="0"/>
                <a:cs typeface="Times New Roman" panose="02020603050405020304" pitchFamily="18" charset="0"/>
              </a:rPr>
              <a:t>SCOPE OF THE PROJECT</a:t>
            </a:r>
            <a:endParaRPr lang="en-US" sz="2800" dirty="0">
              <a:solidFill>
                <a:schemeClr val="bg2">
                  <a:lumMod val="10000"/>
                </a:schemeClr>
              </a:solidFill>
            </a:endParaRPr>
          </a:p>
        </p:txBody>
      </p:sp>
      <p:sp>
        <p:nvSpPr>
          <p:cNvPr id="3" name="Content Placeholder 2">
            <a:extLst>
              <a:ext uri="{FF2B5EF4-FFF2-40B4-BE49-F238E27FC236}">
                <a16:creationId xmlns:a16="http://schemas.microsoft.com/office/drawing/2014/main" id="{3490D3C8-526F-E4DE-238F-3317AC1A5849}"/>
              </a:ext>
            </a:extLst>
          </p:cNvPr>
          <p:cNvSpPr>
            <a:spLocks noGrp="1"/>
          </p:cNvSpPr>
          <p:nvPr>
            <p:ph sz="half" idx="1"/>
          </p:nvPr>
        </p:nvSpPr>
        <p:spPr>
          <a:xfrm>
            <a:off x="478465" y="1435395"/>
            <a:ext cx="5541335" cy="4741568"/>
          </a:xfrm>
        </p:spPr>
        <p:txBody>
          <a:bodyPr/>
          <a:lstStyle/>
          <a:p>
            <a:pPr marL="76200" indent="0">
              <a:lnSpc>
                <a:spcPct val="150000"/>
              </a:lnSpc>
              <a:spcBef>
                <a:spcPts val="480"/>
              </a:spcBef>
              <a:buNone/>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Present Scope:</a:t>
            </a:r>
          </a:p>
          <a:p>
            <a:pPr marL="419100" algn="just">
              <a:lnSpc>
                <a:spcPct val="150000"/>
              </a:lnSpc>
              <a:spcBef>
                <a:spcPts val="480"/>
              </a:spcBef>
            </a:pPr>
            <a:r>
              <a:rPr lang="en-IN" sz="2000" dirty="0">
                <a:latin typeface="Times New Roman" panose="02020603050405020304" pitchFamily="18" charset="0"/>
                <a:cs typeface="Times New Roman" panose="02020603050405020304" pitchFamily="18" charset="0"/>
              </a:rPr>
              <a:t>Personal productivity assistant</a:t>
            </a:r>
          </a:p>
          <a:p>
            <a:pPr marL="419100" algn="just">
              <a:lnSpc>
                <a:spcPct val="150000"/>
              </a:lnSpc>
              <a:spcBef>
                <a:spcPts val="480"/>
              </a:spcBef>
            </a:pPr>
            <a:r>
              <a:rPr lang="en-IN" sz="2000" dirty="0">
                <a:latin typeface="Times New Roman" panose="02020603050405020304" pitchFamily="18" charset="0"/>
                <a:cs typeface="Times New Roman" panose="02020603050405020304" pitchFamily="18" charset="0"/>
              </a:rPr>
              <a:t>Personalized learning support</a:t>
            </a:r>
          </a:p>
          <a:p>
            <a:pPr marL="419100" algn="just">
              <a:lnSpc>
                <a:spcPct val="150000"/>
              </a:lnSpc>
              <a:spcBef>
                <a:spcPts val="480"/>
              </a:spcBef>
            </a:pPr>
            <a:r>
              <a:rPr lang="en-IN" sz="2000" dirty="0">
                <a:latin typeface="Times New Roman" panose="02020603050405020304" pitchFamily="18" charset="0"/>
                <a:cs typeface="Times New Roman" panose="02020603050405020304" pitchFamily="18" charset="0"/>
              </a:rPr>
              <a:t>Reminder and task management</a:t>
            </a:r>
          </a:p>
          <a:p>
            <a:pPr marL="419100" algn="just">
              <a:lnSpc>
                <a:spcPct val="150000"/>
              </a:lnSpc>
              <a:spcBef>
                <a:spcPts val="480"/>
              </a:spcBef>
            </a:pPr>
            <a:r>
              <a:rPr lang="en-IN" sz="2000" dirty="0">
                <a:latin typeface="Times New Roman" panose="02020603050405020304" pitchFamily="18" charset="0"/>
                <a:cs typeface="Times New Roman" panose="02020603050405020304" pitchFamily="18" charset="0"/>
              </a:rPr>
              <a:t>Context-aware chatbot systems</a:t>
            </a:r>
          </a:p>
          <a:p>
            <a:pPr marL="419100" algn="just">
              <a:lnSpc>
                <a:spcPct val="150000"/>
              </a:lnSpc>
              <a:spcBef>
                <a:spcPts val="480"/>
              </a:spcBef>
            </a:pPr>
            <a:r>
              <a:rPr lang="en-IN" sz="2000" dirty="0">
                <a:latin typeface="Times New Roman" panose="02020603050405020304" pitchFamily="18" charset="0"/>
                <a:cs typeface="Times New Roman" panose="02020603050405020304" pitchFamily="18" charset="0"/>
              </a:rPr>
              <a:t>Smart digital companion</a:t>
            </a:r>
            <a:endParaRPr lang="en-US" sz="2000" dirty="0"/>
          </a:p>
        </p:txBody>
      </p:sp>
      <p:sp>
        <p:nvSpPr>
          <p:cNvPr id="4" name="Content Placeholder 3">
            <a:extLst>
              <a:ext uri="{FF2B5EF4-FFF2-40B4-BE49-F238E27FC236}">
                <a16:creationId xmlns:a16="http://schemas.microsoft.com/office/drawing/2014/main" id="{D2E57F46-1E6A-11A2-8E0A-2E935CD6753F}"/>
              </a:ext>
            </a:extLst>
          </p:cNvPr>
          <p:cNvSpPr>
            <a:spLocks noGrp="1"/>
          </p:cNvSpPr>
          <p:nvPr>
            <p:ph sz="half" idx="2"/>
          </p:nvPr>
        </p:nvSpPr>
        <p:spPr>
          <a:xfrm>
            <a:off x="6172199" y="1435395"/>
            <a:ext cx="6459279" cy="4741568"/>
          </a:xfrm>
        </p:spPr>
        <p:txBody>
          <a:bodyPr/>
          <a:lstStyle/>
          <a:p>
            <a:pPr marL="0" indent="0">
              <a:lnSpc>
                <a:spcPct val="150000"/>
              </a:lnSpc>
              <a:buNone/>
            </a:pPr>
            <a:r>
              <a:rPr lang="en-US" sz="2400" b="1" dirty="0">
                <a:latin typeface="Times New Roman" panose="02020603050405020304" pitchFamily="18" charset="0"/>
                <a:cs typeface="Times New Roman" panose="02020603050405020304" pitchFamily="18" charset="0"/>
              </a:rPr>
              <a:t>Future Scope:</a:t>
            </a:r>
          </a:p>
          <a:p>
            <a:pPr algn="just">
              <a:lnSpc>
                <a:spcPct val="150000"/>
              </a:lnSpc>
            </a:pPr>
            <a:r>
              <a:rPr lang="en-IN" sz="2000" dirty="0">
                <a:latin typeface="Times New Roman" panose="02020603050405020304" pitchFamily="18" charset="0"/>
                <a:cs typeface="Times New Roman" panose="02020603050405020304" pitchFamily="18" charset="0"/>
              </a:rPr>
              <a:t>Integration with mobile applications </a:t>
            </a:r>
          </a:p>
          <a:p>
            <a:pPr algn="just">
              <a:lnSpc>
                <a:spcPct val="150000"/>
              </a:lnSpc>
            </a:pPr>
            <a:r>
              <a:rPr lang="en-IN" sz="2000" dirty="0">
                <a:latin typeface="Times New Roman" panose="02020603050405020304" pitchFamily="18" charset="0"/>
                <a:cs typeface="Times New Roman" panose="02020603050405020304" pitchFamily="18" charset="0"/>
              </a:rPr>
              <a:t>Voice-based interaction </a:t>
            </a:r>
          </a:p>
          <a:p>
            <a:pPr algn="just">
              <a:lnSpc>
                <a:spcPct val="150000"/>
              </a:lnSpc>
            </a:pPr>
            <a:r>
              <a:rPr lang="en-IN" sz="2000" dirty="0">
                <a:latin typeface="Times New Roman" panose="02020603050405020304" pitchFamily="18" charset="0"/>
                <a:cs typeface="Times New Roman" panose="02020603050405020304" pitchFamily="18" charset="0"/>
              </a:rPr>
              <a:t>Emotion-aware responses </a:t>
            </a:r>
          </a:p>
          <a:p>
            <a:pPr algn="just">
              <a:lnSpc>
                <a:spcPct val="150000"/>
              </a:lnSpc>
            </a:pPr>
            <a:r>
              <a:rPr lang="en-IN" sz="2000" dirty="0">
                <a:latin typeface="Times New Roman" panose="02020603050405020304" pitchFamily="18" charset="0"/>
                <a:cs typeface="Times New Roman" panose="02020603050405020304" pitchFamily="18" charset="0"/>
              </a:rPr>
              <a:t>Cloud-based deployment</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0CE08A27-CA9F-D07E-2178-4A583B3DB702}"/>
              </a:ext>
            </a:extLst>
          </p:cNvPr>
          <p:cNvSpPr>
            <a:spLocks noGrp="1"/>
          </p:cNvSpPr>
          <p:nvPr>
            <p:ph type="dt" sz="half" idx="10"/>
          </p:nvPr>
        </p:nvSpPr>
        <p:spPr/>
        <p:txBody>
          <a:bodyPr/>
          <a:lstStyle/>
          <a:p>
            <a:fld id="{C50C6BA9-BA45-4AC8-A492-383C5F3439C5}" type="datetime1">
              <a:rPr lang="en-IN" smtClean="0"/>
              <a:t>07-04-2026</a:t>
            </a:fld>
            <a:endParaRPr lang="en-IN"/>
          </a:p>
        </p:txBody>
      </p:sp>
      <p:sp>
        <p:nvSpPr>
          <p:cNvPr id="6" name="Footer Placeholder 5">
            <a:extLst>
              <a:ext uri="{FF2B5EF4-FFF2-40B4-BE49-F238E27FC236}">
                <a16:creationId xmlns:a16="http://schemas.microsoft.com/office/drawing/2014/main" id="{3C9205D7-A78F-B3A5-2553-4007C1E0C8EF}"/>
              </a:ext>
            </a:extLst>
          </p:cNvPr>
          <p:cNvSpPr>
            <a:spLocks noGrp="1"/>
          </p:cNvSpPr>
          <p:nvPr>
            <p:ph type="ftr" sz="quarter" idx="11"/>
          </p:nvPr>
        </p:nvSpPr>
        <p:spPr/>
        <p:txBody>
          <a:bodyPr/>
          <a:lstStyle/>
          <a:p>
            <a:r>
              <a:rPr lang="en-US"/>
              <a:t>Department of CSE-AIML , ACET (P3)</a:t>
            </a:r>
            <a:endParaRPr lang="en-IN"/>
          </a:p>
        </p:txBody>
      </p:sp>
      <p:sp>
        <p:nvSpPr>
          <p:cNvPr id="7" name="Slide Number Placeholder 6">
            <a:extLst>
              <a:ext uri="{FF2B5EF4-FFF2-40B4-BE49-F238E27FC236}">
                <a16:creationId xmlns:a16="http://schemas.microsoft.com/office/drawing/2014/main" id="{895D2632-974A-D3E5-BA8F-EECEF81FFFD7}"/>
              </a:ext>
            </a:extLst>
          </p:cNvPr>
          <p:cNvSpPr>
            <a:spLocks noGrp="1"/>
          </p:cNvSpPr>
          <p:nvPr>
            <p:ph type="sldNum" sz="quarter" idx="12"/>
          </p:nvPr>
        </p:nvSpPr>
        <p:spPr/>
        <p:txBody>
          <a:bodyPr/>
          <a:lstStyle/>
          <a:p>
            <a:fld id="{F8C83006-B820-4A0E-83BB-52FDC78CC518}" type="slidenum">
              <a:rPr lang="en-IN" smtClean="0"/>
              <a:t>34</a:t>
            </a:fld>
            <a:endParaRPr lang="en-IN"/>
          </a:p>
        </p:txBody>
      </p:sp>
    </p:spTree>
    <p:extLst>
      <p:ext uri="{BB962C8B-B14F-4D97-AF65-F5344CB8AC3E}">
        <p14:creationId xmlns:p14="http://schemas.microsoft.com/office/powerpoint/2010/main" val="575754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C8577-5B1D-01ED-EF21-6FA12D4F4923}"/>
              </a:ext>
            </a:extLst>
          </p:cNvPr>
          <p:cNvSpPr>
            <a:spLocks noGrp="1"/>
          </p:cNvSpPr>
          <p:nvPr>
            <p:ph type="title"/>
          </p:nvPr>
        </p:nvSpPr>
        <p:spPr>
          <a:xfrm>
            <a:off x="433086" y="365125"/>
            <a:ext cx="10515600" cy="618723"/>
          </a:xfrm>
        </p:spPr>
        <p:txBody>
          <a:bodyPr>
            <a:normAutofit/>
          </a:bodyPr>
          <a:lstStyle/>
          <a:p>
            <a:r>
              <a:rPr lang="en-IN" sz="2800" b="1" dirty="0">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B10C2D59-6253-C5A0-DE75-1697649AF5B6}"/>
              </a:ext>
            </a:extLst>
          </p:cNvPr>
          <p:cNvSpPr>
            <a:spLocks noGrp="1"/>
          </p:cNvSpPr>
          <p:nvPr>
            <p:ph idx="1"/>
          </p:nvPr>
        </p:nvSpPr>
        <p:spPr>
          <a:xfrm>
            <a:off x="433086" y="983848"/>
            <a:ext cx="11443228" cy="5509027"/>
          </a:xfrm>
        </p:spPr>
        <p:txBody>
          <a:bodyPr>
            <a:normAutofit/>
          </a:bodyPr>
          <a:lstStyle/>
          <a:p>
            <a:pPr>
              <a:lnSpc>
                <a:spcPct val="150000"/>
              </a:lnSpc>
            </a:pPr>
            <a:r>
              <a:rPr lang="en-US" sz="2000" b="1" dirty="0">
                <a:latin typeface="Times New Roman" panose="02020603050405020304" pitchFamily="18" charset="0"/>
                <a:cs typeface="Times New Roman" panose="02020603050405020304" pitchFamily="18" charset="0"/>
              </a:rPr>
              <a:t>Long-Term Memory Embeddings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Convert learned user preferences into vector embeddings and store them in the vector database for deeper personalization.</a:t>
            </a:r>
          </a:p>
          <a:p>
            <a:pPr>
              <a:lnSpc>
                <a:spcPct val="150000"/>
              </a:lnSpc>
            </a:pPr>
            <a:r>
              <a:rPr lang="en-US" sz="2000" b="1" dirty="0">
                <a:latin typeface="Times New Roman" panose="02020603050405020304" pitchFamily="18" charset="0"/>
                <a:cs typeface="Times New Roman" panose="02020603050405020304" pitchFamily="18" charset="0"/>
              </a:rPr>
              <a:t>Multiple Chat Sessions Management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Add advanced chat session handling with automatic chat titles and session summaries.</a:t>
            </a:r>
          </a:p>
          <a:p>
            <a:pPr>
              <a:lnSpc>
                <a:spcPct val="150000"/>
              </a:lnSpc>
            </a:pPr>
            <a:r>
              <a:rPr lang="en-US" sz="2000" b="1" dirty="0">
                <a:latin typeface="Times New Roman" panose="02020603050405020304" pitchFamily="18" charset="0"/>
                <a:cs typeface="Times New Roman" panose="02020603050405020304" pitchFamily="18" charset="0"/>
              </a:rPr>
              <a:t>Streaming Responses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Implement real-time token-by-token response streaming to improve user experience.</a:t>
            </a:r>
          </a:p>
          <a:p>
            <a:pPr>
              <a:lnSpc>
                <a:spcPct val="150000"/>
              </a:lnSpc>
            </a:pPr>
            <a:r>
              <a:rPr lang="en-US" sz="2000" b="1" dirty="0">
                <a:latin typeface="Times New Roman" panose="02020603050405020304" pitchFamily="18" charset="0"/>
                <a:cs typeface="Times New Roman" panose="02020603050405020304" pitchFamily="18" charset="0"/>
              </a:rPr>
              <a:t>Scalability &amp; Deployment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Deploy the system on cloud platforms such as AWS, Render, or Azure with Docker support.</a:t>
            </a:r>
            <a:endParaRPr lang="en-IN" sz="2000" dirty="0">
              <a:latin typeface="Times New Roman" panose="02020603050405020304" pitchFamily="18" charset="0"/>
              <a:cs typeface="Times New Roman" panose="02020603050405020304" pitchFamily="18" charset="0"/>
            </a:endParaRPr>
          </a:p>
        </p:txBody>
      </p:sp>
      <p:sp>
        <p:nvSpPr>
          <p:cNvPr id="4" name="Footer Placeholder 6">
            <a:extLst>
              <a:ext uri="{FF2B5EF4-FFF2-40B4-BE49-F238E27FC236}">
                <a16:creationId xmlns:a16="http://schemas.microsoft.com/office/drawing/2014/main" id="{0CFFB2CA-0544-AB6D-AFF2-D6CDBAE0C67F}"/>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5" name="Date Placeholder 7">
            <a:extLst>
              <a:ext uri="{FF2B5EF4-FFF2-40B4-BE49-F238E27FC236}">
                <a16:creationId xmlns:a16="http://schemas.microsoft.com/office/drawing/2014/main" id="{AFF3125F-DA8A-3D05-8CB1-DC1CE8B7B724}"/>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6" name="Slide Number Placeholder 5">
            <a:extLst>
              <a:ext uri="{FF2B5EF4-FFF2-40B4-BE49-F238E27FC236}">
                <a16:creationId xmlns:a16="http://schemas.microsoft.com/office/drawing/2014/main" id="{9DBD0A65-5BB0-6DCE-F577-48F751E5BE3C}"/>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35</a:t>
            </a:fld>
            <a:endParaRPr lang="en-IN" dirty="0">
              <a:solidFill>
                <a:schemeClr val="tx1"/>
              </a:solidFill>
            </a:endParaRPr>
          </a:p>
        </p:txBody>
      </p:sp>
    </p:spTree>
    <p:extLst>
      <p:ext uri="{BB962C8B-B14F-4D97-AF65-F5344CB8AC3E}">
        <p14:creationId xmlns:p14="http://schemas.microsoft.com/office/powerpoint/2010/main" val="18997562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ED330-7977-DD67-01D0-9AA8515C6477}"/>
              </a:ext>
            </a:extLst>
          </p:cNvPr>
          <p:cNvSpPr>
            <a:spLocks noGrp="1"/>
          </p:cNvSpPr>
          <p:nvPr>
            <p:ph type="title"/>
          </p:nvPr>
        </p:nvSpPr>
        <p:spPr>
          <a:xfrm>
            <a:off x="571017" y="486649"/>
            <a:ext cx="10417629" cy="762000"/>
          </a:xfrm>
        </p:spPr>
        <p:txBody>
          <a:bodyPr>
            <a:normAutofit/>
          </a:bodyPr>
          <a:lstStyle/>
          <a:p>
            <a:r>
              <a:rPr lang="en-IN" sz="2800" b="1"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2A0C54BA-0E98-41A6-EDFE-C6AE37B82B23}"/>
              </a:ext>
            </a:extLst>
          </p:cNvPr>
          <p:cNvSpPr>
            <a:spLocks noGrp="1" noChangeArrowheads="1"/>
          </p:cNvSpPr>
          <p:nvPr>
            <p:ph idx="1"/>
          </p:nvPr>
        </p:nvSpPr>
        <p:spPr bwMode="auto">
          <a:xfrm>
            <a:off x="680485" y="1148317"/>
            <a:ext cx="11057456" cy="3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sz="2000" dirty="0" err="1">
                <a:latin typeface="Times New Roman" panose="02020603050405020304" pitchFamily="18" charset="0"/>
                <a:cs typeface="Times New Roman" panose="02020603050405020304" pitchFamily="18" charset="0"/>
              </a:rPr>
              <a:t>Replimate</a:t>
            </a:r>
            <a:r>
              <a:rPr lang="en-US" sz="2000" dirty="0">
                <a:latin typeface="Times New Roman" panose="02020603050405020304" pitchFamily="18" charset="0"/>
                <a:cs typeface="Times New Roman" panose="02020603050405020304" pitchFamily="18" charset="0"/>
              </a:rPr>
              <a:t> is an AI-powered personal digital twin designed to provide personalized and intelligent assistance to users. It uses Large Language Models and Retrieval-Augmented Generation (RAG) to deliver accurate and context-aware responses. The system learns from user interactions and stores preferences to improve personalization over time. It integrates features such as user authentication, chat history, and memory management to enhance the user experience. </a:t>
            </a:r>
            <a:r>
              <a:rPr lang="en-US" sz="2000" dirty="0" err="1">
                <a:latin typeface="Times New Roman" panose="02020603050405020304" pitchFamily="18" charset="0"/>
                <a:cs typeface="Times New Roman" panose="02020603050405020304" pitchFamily="18" charset="0"/>
              </a:rPr>
              <a:t>RepliMate</a:t>
            </a:r>
            <a:r>
              <a:rPr lang="en-US" sz="2000" dirty="0">
                <a:latin typeface="Times New Roman" panose="02020603050405020304" pitchFamily="18" charset="0"/>
                <a:cs typeface="Times New Roman" panose="02020603050405020304" pitchFamily="18" charset="0"/>
              </a:rPr>
              <a:t> ensures data privacy and security while providing meaningful conversations. The system is scalable, efficient, and adaptable for different users. Overall, </a:t>
            </a:r>
            <a:r>
              <a:rPr lang="en-US" sz="2000" dirty="0" err="1">
                <a:latin typeface="Times New Roman" panose="02020603050405020304" pitchFamily="18" charset="0"/>
                <a:cs typeface="Times New Roman" panose="02020603050405020304" pitchFamily="18" charset="0"/>
              </a:rPr>
              <a:t>Replimate</a:t>
            </a:r>
            <a:r>
              <a:rPr lang="en-US" sz="2000" dirty="0">
                <a:latin typeface="Times New Roman" panose="02020603050405020304" pitchFamily="18" charset="0"/>
                <a:cs typeface="Times New Roman" panose="02020603050405020304" pitchFamily="18" charset="0"/>
              </a:rPr>
              <a:t> demonstrates how modern AI technologies can improve productivity and daily digital interactions.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Footer Placeholder 6">
            <a:extLst>
              <a:ext uri="{FF2B5EF4-FFF2-40B4-BE49-F238E27FC236}">
                <a16:creationId xmlns:a16="http://schemas.microsoft.com/office/drawing/2014/main" id="{FC5B9A6C-D03D-71FA-1995-592A51730194}"/>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6" name="Date Placeholder 7">
            <a:extLst>
              <a:ext uri="{FF2B5EF4-FFF2-40B4-BE49-F238E27FC236}">
                <a16:creationId xmlns:a16="http://schemas.microsoft.com/office/drawing/2014/main" id="{28A9757A-E639-69AA-3F5B-0BFEF093F467}"/>
              </a:ext>
            </a:extLst>
          </p:cNvPr>
          <p:cNvSpPr>
            <a:spLocks noGrp="1"/>
          </p:cNvSpPr>
          <p:nvPr>
            <p:ph type="dt" sz="half" idx="10"/>
          </p:nvPr>
        </p:nvSpPr>
        <p:spPr>
          <a:xfrm>
            <a:off x="967563" y="6223922"/>
            <a:ext cx="1116418" cy="274640"/>
          </a:xfrm>
        </p:spPr>
        <p:txBody>
          <a:bodyPr/>
          <a:lstStyle/>
          <a:p>
            <a:fld id="{67334BF2-EC4E-4273-82B1-522AD1FC4259}" type="datetime1">
              <a:rPr lang="en-IN"/>
              <a:pPr/>
              <a:t>07-04-2026</a:t>
            </a:fld>
            <a:endParaRPr lang="en-IN" dirty="0">
              <a:solidFill>
                <a:schemeClr val="tx1"/>
              </a:solidFill>
            </a:endParaRPr>
          </a:p>
        </p:txBody>
      </p:sp>
      <p:sp>
        <p:nvSpPr>
          <p:cNvPr id="7" name="Slide Number Placeholder 5">
            <a:extLst>
              <a:ext uri="{FF2B5EF4-FFF2-40B4-BE49-F238E27FC236}">
                <a16:creationId xmlns:a16="http://schemas.microsoft.com/office/drawing/2014/main" id="{6CA0532D-E1B0-CAB8-47C4-A6A339B9D416}"/>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36</a:t>
            </a:fld>
            <a:endParaRPr lang="en-IN" dirty="0">
              <a:solidFill>
                <a:schemeClr val="tx1"/>
              </a:solidFill>
            </a:endParaRPr>
          </a:p>
        </p:txBody>
      </p:sp>
    </p:spTree>
    <p:extLst>
      <p:ext uri="{BB962C8B-B14F-4D97-AF65-F5344CB8AC3E}">
        <p14:creationId xmlns:p14="http://schemas.microsoft.com/office/powerpoint/2010/main" val="985436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F8DAB-CE17-B0D3-72AC-B5CF15FE1141}"/>
              </a:ext>
            </a:extLst>
          </p:cNvPr>
          <p:cNvSpPr>
            <a:spLocks noGrp="1"/>
          </p:cNvSpPr>
          <p:nvPr>
            <p:ph type="title"/>
          </p:nvPr>
        </p:nvSpPr>
        <p:spPr>
          <a:xfrm>
            <a:off x="348343" y="173620"/>
            <a:ext cx="10515600" cy="827067"/>
          </a:xfrm>
        </p:spPr>
        <p:txBody>
          <a:bodyPr>
            <a:normAutofit/>
          </a:bodyPr>
          <a:lstStyle/>
          <a:p>
            <a:r>
              <a:rPr lang="en-IN" sz="28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BEE2C7CE-1F4B-A2DE-F786-41339A91C486}"/>
              </a:ext>
            </a:extLst>
          </p:cNvPr>
          <p:cNvSpPr>
            <a:spLocks noGrp="1"/>
          </p:cNvSpPr>
          <p:nvPr>
            <p:ph idx="1"/>
          </p:nvPr>
        </p:nvSpPr>
        <p:spPr>
          <a:xfrm>
            <a:off x="425302" y="850605"/>
            <a:ext cx="11418355" cy="5555460"/>
          </a:xfrm>
        </p:spPr>
        <p:txBody>
          <a:bodyPr>
            <a:noAutofit/>
          </a:bodyPr>
          <a:lstStyle/>
          <a:p>
            <a:pPr marL="0" indent="0">
              <a:lnSpc>
                <a:spcPct val="170000"/>
              </a:lnSpc>
              <a:buNone/>
            </a:pPr>
            <a:r>
              <a:rPr lang="en-IN" sz="1700" b="1" dirty="0">
                <a:latin typeface="Times New Roman" panose="02020603050405020304" pitchFamily="18" charset="0"/>
                <a:cs typeface="Times New Roman" panose="02020603050405020304" pitchFamily="18" charset="0"/>
              </a:rPr>
              <a:t>[1] Lewis, P., Perez, E., </a:t>
            </a:r>
            <a:r>
              <a:rPr lang="en-IN" sz="1700" b="1" dirty="0" err="1">
                <a:latin typeface="Times New Roman" panose="02020603050405020304" pitchFamily="18" charset="0"/>
                <a:cs typeface="Times New Roman" panose="02020603050405020304" pitchFamily="18" charset="0"/>
              </a:rPr>
              <a:t>Piktus</a:t>
            </a:r>
            <a:r>
              <a:rPr lang="en-IN" sz="1700" b="1" dirty="0">
                <a:latin typeface="Times New Roman" panose="02020603050405020304" pitchFamily="18" charset="0"/>
                <a:cs typeface="Times New Roman" panose="02020603050405020304" pitchFamily="18" charset="0"/>
              </a:rPr>
              <a:t>, A., Et Al.</a:t>
            </a:r>
            <a:br>
              <a:rPr lang="en-IN" sz="1700" dirty="0">
                <a:latin typeface="Times New Roman" panose="02020603050405020304" pitchFamily="18" charset="0"/>
                <a:cs typeface="Times New Roman" panose="02020603050405020304" pitchFamily="18" charset="0"/>
              </a:rPr>
            </a:br>
            <a:r>
              <a:rPr lang="en-IN" sz="1700" dirty="0">
                <a:latin typeface="Times New Roman" panose="02020603050405020304" pitchFamily="18" charset="0"/>
                <a:cs typeface="Times New Roman" panose="02020603050405020304" pitchFamily="18" charset="0"/>
              </a:rPr>
              <a:t>Retrieval-augmented Generation For Knowledge-intensive NLP Tasks, Advances In Neural Information Processing Systems (</a:t>
            </a:r>
            <a:r>
              <a:rPr lang="en-IN" sz="1700" dirty="0" err="1">
                <a:latin typeface="Times New Roman" panose="02020603050405020304" pitchFamily="18" charset="0"/>
                <a:cs typeface="Times New Roman" panose="02020603050405020304" pitchFamily="18" charset="0"/>
              </a:rPr>
              <a:t>Neurips</a:t>
            </a:r>
            <a:r>
              <a:rPr lang="en-IN" sz="1700" dirty="0">
                <a:latin typeface="Times New Roman" panose="02020603050405020304" pitchFamily="18" charset="0"/>
                <a:cs typeface="Times New Roman" panose="02020603050405020304" pitchFamily="18" charset="0"/>
              </a:rPr>
              <a:t>), 2020.</a:t>
            </a:r>
          </a:p>
          <a:p>
            <a:pPr marL="0" indent="0">
              <a:lnSpc>
                <a:spcPct val="170000"/>
              </a:lnSpc>
              <a:buNone/>
            </a:pPr>
            <a:r>
              <a:rPr lang="en-US" sz="1700" b="1" dirty="0">
                <a:latin typeface="Times New Roman" panose="02020603050405020304" pitchFamily="18" charset="0"/>
                <a:cs typeface="Times New Roman" panose="02020603050405020304" pitchFamily="18" charset="0"/>
              </a:rPr>
              <a:t>[2] Vaswani, A., </a:t>
            </a:r>
            <a:r>
              <a:rPr lang="en-US" sz="1700" b="1" dirty="0" err="1">
                <a:latin typeface="Times New Roman" panose="02020603050405020304" pitchFamily="18" charset="0"/>
                <a:cs typeface="Times New Roman" panose="02020603050405020304" pitchFamily="18" charset="0"/>
              </a:rPr>
              <a:t>Shazeer</a:t>
            </a:r>
            <a:r>
              <a:rPr lang="en-US" sz="1700" b="1" dirty="0">
                <a:latin typeface="Times New Roman" panose="02020603050405020304" pitchFamily="18" charset="0"/>
                <a:cs typeface="Times New Roman" panose="02020603050405020304" pitchFamily="18" charset="0"/>
              </a:rPr>
              <a:t>, N., Parmar, N., Et Al.</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Attention Is All You </a:t>
            </a:r>
            <a:r>
              <a:rPr lang="en-US" sz="1700" dirty="0" err="1">
                <a:latin typeface="Times New Roman" panose="02020603050405020304" pitchFamily="18" charset="0"/>
                <a:cs typeface="Times New Roman" panose="02020603050405020304" pitchFamily="18" charset="0"/>
              </a:rPr>
              <a:t>Need,neural</a:t>
            </a:r>
            <a:r>
              <a:rPr lang="en-US" sz="1700" dirty="0">
                <a:latin typeface="Times New Roman" panose="02020603050405020304" pitchFamily="18" charset="0"/>
                <a:cs typeface="Times New Roman" panose="02020603050405020304" pitchFamily="18" charset="0"/>
              </a:rPr>
              <a:t> Information Processing Systems (</a:t>
            </a:r>
            <a:r>
              <a:rPr lang="en-US" sz="1700" dirty="0" err="1">
                <a:latin typeface="Times New Roman" panose="02020603050405020304" pitchFamily="18" charset="0"/>
                <a:cs typeface="Times New Roman" panose="02020603050405020304" pitchFamily="18" charset="0"/>
              </a:rPr>
              <a:t>Neurips</a:t>
            </a:r>
            <a:r>
              <a:rPr lang="en-US" sz="1700" dirty="0">
                <a:latin typeface="Times New Roman" panose="02020603050405020304" pitchFamily="18" charset="0"/>
                <a:cs typeface="Times New Roman" panose="02020603050405020304" pitchFamily="18" charset="0"/>
              </a:rPr>
              <a:t>), 2017.</a:t>
            </a:r>
          </a:p>
          <a:p>
            <a:pPr marL="0" indent="0">
              <a:lnSpc>
                <a:spcPct val="170000"/>
              </a:lnSpc>
              <a:buNone/>
            </a:pPr>
            <a:r>
              <a:rPr lang="en-IN" sz="1700" b="1" dirty="0">
                <a:latin typeface="Times New Roman" panose="02020603050405020304" pitchFamily="18" charset="0"/>
                <a:cs typeface="Times New Roman" panose="02020603050405020304" pitchFamily="18" charset="0"/>
              </a:rPr>
              <a:t>[3] Devlin, J., Chang, M. W., Lee, K., &amp; Toutanova, K.</a:t>
            </a:r>
            <a:br>
              <a:rPr lang="en-IN" sz="1700" dirty="0">
                <a:latin typeface="Times New Roman" panose="02020603050405020304" pitchFamily="18" charset="0"/>
                <a:cs typeface="Times New Roman" panose="02020603050405020304" pitchFamily="18" charset="0"/>
              </a:rPr>
            </a:br>
            <a:r>
              <a:rPr lang="en-IN" sz="1700" dirty="0">
                <a:latin typeface="Times New Roman" panose="02020603050405020304" pitchFamily="18" charset="0"/>
                <a:cs typeface="Times New Roman" panose="02020603050405020304" pitchFamily="18" charset="0"/>
              </a:rPr>
              <a:t>BERT: Pre-training Of Deep Bidirectional Transformers For Language </a:t>
            </a:r>
            <a:r>
              <a:rPr lang="en-IN" sz="1700" dirty="0" err="1">
                <a:latin typeface="Times New Roman" panose="02020603050405020304" pitchFamily="18" charset="0"/>
                <a:cs typeface="Times New Roman" panose="02020603050405020304" pitchFamily="18" charset="0"/>
              </a:rPr>
              <a:t>Understanding,naacl-hlt</a:t>
            </a:r>
            <a:r>
              <a:rPr lang="en-IN" sz="1700" dirty="0">
                <a:latin typeface="Times New Roman" panose="02020603050405020304" pitchFamily="18" charset="0"/>
                <a:cs typeface="Times New Roman" panose="02020603050405020304" pitchFamily="18" charset="0"/>
              </a:rPr>
              <a:t>, 2019.</a:t>
            </a:r>
          </a:p>
          <a:p>
            <a:pPr marL="0" indent="0">
              <a:lnSpc>
                <a:spcPct val="170000"/>
              </a:lnSpc>
              <a:buNone/>
            </a:pPr>
            <a:r>
              <a:rPr lang="en-US" sz="1700" b="1" dirty="0">
                <a:latin typeface="Times New Roman" panose="02020603050405020304" pitchFamily="18" charset="0"/>
                <a:cs typeface="Times New Roman" panose="02020603050405020304" pitchFamily="18" charset="0"/>
              </a:rPr>
              <a:t>[4] Brown, T. B., Mann, B., Ryder, N., Et Al.</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Language Models Are Few-shot </a:t>
            </a:r>
            <a:r>
              <a:rPr lang="en-US" sz="1700" dirty="0" err="1">
                <a:latin typeface="Times New Roman" panose="02020603050405020304" pitchFamily="18" charset="0"/>
                <a:cs typeface="Times New Roman" panose="02020603050405020304" pitchFamily="18" charset="0"/>
              </a:rPr>
              <a:t>Learners,neural</a:t>
            </a:r>
            <a:r>
              <a:rPr lang="en-US" sz="1700" dirty="0">
                <a:latin typeface="Times New Roman" panose="02020603050405020304" pitchFamily="18" charset="0"/>
                <a:cs typeface="Times New Roman" panose="02020603050405020304" pitchFamily="18" charset="0"/>
              </a:rPr>
              <a:t> Information Processing Systems (</a:t>
            </a:r>
            <a:r>
              <a:rPr lang="en-US" sz="1700" dirty="0" err="1">
                <a:latin typeface="Times New Roman" panose="02020603050405020304" pitchFamily="18" charset="0"/>
                <a:cs typeface="Times New Roman" panose="02020603050405020304" pitchFamily="18" charset="0"/>
              </a:rPr>
              <a:t>Neurips</a:t>
            </a:r>
            <a:r>
              <a:rPr lang="en-US" sz="1700" dirty="0">
                <a:latin typeface="Times New Roman" panose="02020603050405020304" pitchFamily="18" charset="0"/>
                <a:cs typeface="Times New Roman" panose="02020603050405020304" pitchFamily="18" charset="0"/>
              </a:rPr>
              <a:t>), 2020.</a:t>
            </a:r>
          </a:p>
          <a:p>
            <a:pPr marL="0" indent="0">
              <a:lnSpc>
                <a:spcPct val="170000"/>
              </a:lnSpc>
              <a:buNone/>
            </a:pPr>
            <a:r>
              <a:rPr lang="en-IN" sz="1700" b="1" dirty="0">
                <a:latin typeface="Times New Roman" panose="02020603050405020304" pitchFamily="18" charset="0"/>
                <a:cs typeface="Times New Roman" panose="02020603050405020304" pitchFamily="18" charset="0"/>
              </a:rPr>
              <a:t>[5]</a:t>
            </a:r>
            <a:r>
              <a:rPr lang="en-IN" sz="1700" b="1" dirty="0" err="1">
                <a:latin typeface="Times New Roman" panose="02020603050405020304" pitchFamily="18" charset="0"/>
                <a:cs typeface="Times New Roman" panose="02020603050405020304" pitchFamily="18" charset="0"/>
              </a:rPr>
              <a:t>karpukhin</a:t>
            </a:r>
            <a:r>
              <a:rPr lang="en-IN" sz="1700" b="1" dirty="0">
                <a:latin typeface="Times New Roman" panose="02020603050405020304" pitchFamily="18" charset="0"/>
                <a:cs typeface="Times New Roman" panose="02020603050405020304" pitchFamily="18" charset="0"/>
              </a:rPr>
              <a:t>, V., Oguz, B., Min, S., Et Al.</a:t>
            </a:r>
            <a:br>
              <a:rPr lang="en-IN" sz="1700" dirty="0">
                <a:latin typeface="Times New Roman" panose="02020603050405020304" pitchFamily="18" charset="0"/>
                <a:cs typeface="Times New Roman" panose="02020603050405020304" pitchFamily="18" charset="0"/>
              </a:rPr>
            </a:br>
            <a:r>
              <a:rPr lang="en-IN" sz="1700" dirty="0">
                <a:latin typeface="Times New Roman" panose="02020603050405020304" pitchFamily="18" charset="0"/>
                <a:cs typeface="Times New Roman" panose="02020603050405020304" pitchFamily="18" charset="0"/>
              </a:rPr>
              <a:t>Dense Passage Retrieval For Open-domain Question </a:t>
            </a:r>
            <a:r>
              <a:rPr lang="en-IN" sz="1700" dirty="0" err="1">
                <a:latin typeface="Times New Roman" panose="02020603050405020304" pitchFamily="18" charset="0"/>
                <a:cs typeface="Times New Roman" panose="02020603050405020304" pitchFamily="18" charset="0"/>
              </a:rPr>
              <a:t>Answering,emnlp</a:t>
            </a:r>
            <a:r>
              <a:rPr lang="en-IN" sz="1700" dirty="0">
                <a:latin typeface="Times New Roman" panose="02020603050405020304" pitchFamily="18" charset="0"/>
                <a:cs typeface="Times New Roman" panose="02020603050405020304" pitchFamily="18" charset="0"/>
              </a:rPr>
              <a:t>, 2020.</a:t>
            </a:r>
          </a:p>
          <a:p>
            <a:endParaRPr lang="en-IN" sz="1700" dirty="0">
              <a:latin typeface="Times New Roman" panose="02020603050405020304" pitchFamily="18" charset="0"/>
              <a:cs typeface="Times New Roman" panose="02020603050405020304" pitchFamily="18" charset="0"/>
            </a:endParaRPr>
          </a:p>
        </p:txBody>
      </p:sp>
      <p:sp>
        <p:nvSpPr>
          <p:cNvPr id="4" name="Footer Placeholder 6">
            <a:extLst>
              <a:ext uri="{FF2B5EF4-FFF2-40B4-BE49-F238E27FC236}">
                <a16:creationId xmlns:a16="http://schemas.microsoft.com/office/drawing/2014/main" id="{10E3A147-A3CB-AAA0-5434-2370B017FF89}"/>
              </a:ext>
            </a:extLst>
          </p:cNvPr>
          <p:cNvSpPr>
            <a:spLocks noGrp="1"/>
          </p:cNvSpPr>
          <p:nvPr>
            <p:ph type="ftr" sz="quarter" idx="11"/>
          </p:nvPr>
        </p:nvSpPr>
        <p:spPr>
          <a:xfrm>
            <a:off x="4166102" y="6223922"/>
            <a:ext cx="3859795" cy="304801"/>
          </a:xfrm>
        </p:spPr>
        <p:txBody>
          <a:bodyPr/>
          <a:lstStyle/>
          <a:p>
            <a:r>
              <a:rPr lang="en-US" dirty="0">
                <a:solidFill>
                  <a:schemeClr val="tx1"/>
                </a:solidFill>
              </a:rPr>
              <a:t>Department of CSE-AIML , ACET (P3)</a:t>
            </a:r>
            <a:endParaRPr lang="en-IN" dirty="0">
              <a:solidFill>
                <a:schemeClr val="tx1"/>
              </a:solidFill>
            </a:endParaRPr>
          </a:p>
        </p:txBody>
      </p:sp>
      <p:sp>
        <p:nvSpPr>
          <p:cNvPr id="5" name="Date Placeholder 7">
            <a:extLst>
              <a:ext uri="{FF2B5EF4-FFF2-40B4-BE49-F238E27FC236}">
                <a16:creationId xmlns:a16="http://schemas.microsoft.com/office/drawing/2014/main" id="{63BC5355-3037-4A1E-66BE-3FDB4F38E7E0}"/>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6" name="Slide Number Placeholder 5">
            <a:extLst>
              <a:ext uri="{FF2B5EF4-FFF2-40B4-BE49-F238E27FC236}">
                <a16:creationId xmlns:a16="http://schemas.microsoft.com/office/drawing/2014/main" id="{0555BAD2-5B6C-8B50-2208-7B3979540FDF}"/>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37</a:t>
            </a:fld>
            <a:endParaRPr lang="en-IN" dirty="0">
              <a:solidFill>
                <a:schemeClr val="tx1"/>
              </a:solidFill>
            </a:endParaRPr>
          </a:p>
        </p:txBody>
      </p:sp>
    </p:spTree>
    <p:extLst>
      <p:ext uri="{BB962C8B-B14F-4D97-AF65-F5344CB8AC3E}">
        <p14:creationId xmlns:p14="http://schemas.microsoft.com/office/powerpoint/2010/main" val="272806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64227" y="2651844"/>
            <a:ext cx="10223090" cy="3541917"/>
          </a:xfrm>
        </p:spPr>
        <p:txBody>
          <a:bodyPr>
            <a:normAutofit/>
          </a:bodyPr>
          <a:lstStyle/>
          <a:p>
            <a:pPr marL="0" indent="0" algn="ctr">
              <a:buNone/>
            </a:pPr>
            <a:r>
              <a:rPr lang="en-US" sz="7200" b="1" dirty="0">
                <a:solidFill>
                  <a:schemeClr val="tx1"/>
                </a:solidFill>
                <a:latin typeface="Times New Roman" panose="02020603050405020304" pitchFamily="18" charset="0"/>
                <a:cs typeface="Times New Roman" panose="02020603050405020304" pitchFamily="18" charset="0"/>
              </a:rPr>
              <a:t>THANK YOU</a:t>
            </a:r>
            <a:endParaRPr lang="en-IN" sz="7200" b="1" dirty="0">
              <a:solidFill>
                <a:schemeClr val="tx1"/>
              </a:solidFill>
              <a:latin typeface="Times New Roman" panose="02020603050405020304" pitchFamily="18" charset="0"/>
              <a:cs typeface="Times New Roman" panose="02020603050405020304" pitchFamily="18" charset="0"/>
            </a:endParaRPr>
          </a:p>
        </p:txBody>
      </p:sp>
      <p:sp>
        <p:nvSpPr>
          <p:cNvPr id="2" name="Footer Placeholder 6">
            <a:extLst>
              <a:ext uri="{FF2B5EF4-FFF2-40B4-BE49-F238E27FC236}">
                <a16:creationId xmlns:a16="http://schemas.microsoft.com/office/drawing/2014/main" id="{12B6AFDA-FB66-32AE-B418-A3D95A94990F}"/>
              </a:ext>
            </a:extLst>
          </p:cNvPr>
          <p:cNvSpPr txBox="1">
            <a:spLocks/>
          </p:cNvSpPr>
          <p:nvPr/>
        </p:nvSpPr>
        <p:spPr>
          <a:xfrm>
            <a:off x="4166102" y="6223922"/>
            <a:ext cx="3859795" cy="3048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Department of CSE-AIML , ACET (P3)</a:t>
            </a:r>
            <a:endParaRPr lang="en-IN" dirty="0">
              <a:solidFill>
                <a:schemeClr val="tx1"/>
              </a:solidFill>
            </a:endParaRPr>
          </a:p>
        </p:txBody>
      </p:sp>
      <p:sp>
        <p:nvSpPr>
          <p:cNvPr id="4" name="Date Placeholder 7">
            <a:extLst>
              <a:ext uri="{FF2B5EF4-FFF2-40B4-BE49-F238E27FC236}">
                <a16:creationId xmlns:a16="http://schemas.microsoft.com/office/drawing/2014/main" id="{72F7A87B-9BD2-BE0E-83CB-FDBE541658EE}"/>
              </a:ext>
            </a:extLst>
          </p:cNvPr>
          <p:cNvSpPr>
            <a:spLocks noGrp="1"/>
          </p:cNvSpPr>
          <p:nvPr>
            <p:ph type="dt" sz="half" idx="10"/>
          </p:nvPr>
        </p:nvSpPr>
        <p:spPr>
          <a:xfrm>
            <a:off x="768928" y="6254087"/>
            <a:ext cx="990599" cy="304799"/>
          </a:xfrm>
        </p:spPr>
        <p:txBody>
          <a:bodyPr/>
          <a:lstStyle/>
          <a:p>
            <a:fld id="{67334BF2-EC4E-4273-82B1-522AD1FC4259}" type="datetime1">
              <a:rPr lang="en-IN"/>
              <a:pPr/>
              <a:t>07-04-2026</a:t>
            </a:fld>
            <a:endParaRPr lang="en-IN" dirty="0">
              <a:solidFill>
                <a:schemeClr val="tx1"/>
              </a:solidFill>
            </a:endParaRPr>
          </a:p>
        </p:txBody>
      </p:sp>
      <p:sp>
        <p:nvSpPr>
          <p:cNvPr id="8" name="Slide Number Placeholder 5">
            <a:extLst>
              <a:ext uri="{FF2B5EF4-FFF2-40B4-BE49-F238E27FC236}">
                <a16:creationId xmlns:a16="http://schemas.microsoft.com/office/drawing/2014/main" id="{E360B424-1899-F4CE-50BB-19F3280367E7}"/>
              </a:ext>
            </a:extLst>
          </p:cNvPr>
          <p:cNvSpPr>
            <a:spLocks noGrp="1"/>
          </p:cNvSpPr>
          <p:nvPr>
            <p:ph type="sldNum" sz="quarter" idx="12"/>
          </p:nvPr>
        </p:nvSpPr>
        <p:spPr>
          <a:xfrm>
            <a:off x="8679872" y="6193761"/>
            <a:ext cx="2743200" cy="365125"/>
          </a:xfrm>
        </p:spPr>
        <p:txBody>
          <a:bodyPr/>
          <a:lstStyle/>
          <a:p>
            <a:fld id="{F8C83006-B820-4A0E-83BB-52FDC78CC518}" type="slidenum">
              <a:rPr lang="en-IN" smtClean="0">
                <a:solidFill>
                  <a:schemeClr val="tx1"/>
                </a:solidFill>
              </a:rPr>
              <a:t>38</a:t>
            </a:fld>
            <a:endParaRPr lang="en-IN" dirty="0">
              <a:solidFill>
                <a:schemeClr val="tx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1125</TotalTime>
  <Words>3185</Words>
  <Application>Microsoft Office PowerPoint</Application>
  <PresentationFormat>Widescreen</PresentationFormat>
  <Paragraphs>419</Paragraphs>
  <Slides>38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Times New Roman</vt:lpstr>
      <vt:lpstr>Wingdings</vt:lpstr>
      <vt:lpstr>Office Theme</vt:lpstr>
      <vt:lpstr>                                           ADITYA COLLEGE OF ENGINEERING AND TECHNOLOGY                                                       </vt:lpstr>
      <vt:lpstr>    CONTENTS</vt:lpstr>
      <vt:lpstr> ABSTRACT</vt:lpstr>
      <vt:lpstr>PROBLEM STATEMENT </vt:lpstr>
      <vt:lpstr>INTRODUCTION</vt:lpstr>
      <vt:lpstr>UTILITY OF THE PROBLEM</vt:lpstr>
      <vt:lpstr>MOTIVATION BEHIND PROBLEM SELECTION</vt:lpstr>
      <vt:lpstr>LITERATURE SURVEY</vt:lpstr>
      <vt:lpstr>PowerPoint Presentation</vt:lpstr>
      <vt:lpstr>  EXISTING SYSTEM</vt:lpstr>
      <vt:lpstr>DISADVANTAGES OF THE EXISTING SYSTEM</vt:lpstr>
      <vt:lpstr>PROPOSED SOLUTION</vt:lpstr>
      <vt:lpstr>Proposed Solution</vt:lpstr>
      <vt:lpstr>ANALYSIS OF THE PROPOSED SOLUTION</vt:lpstr>
      <vt:lpstr>PowerPoint Presentation</vt:lpstr>
      <vt:lpstr>PowerPoint Presentation</vt:lpstr>
      <vt:lpstr>PowerPoint Presentation</vt:lpstr>
      <vt:lpstr>PowerPoint Presentation</vt:lpstr>
      <vt:lpstr>  MODULES</vt:lpstr>
      <vt:lpstr>PowerPoint Presentation</vt:lpstr>
      <vt:lpstr>                                                </vt:lpstr>
      <vt:lpstr>                                          CLASS UML DIAGRAM                                                            </vt:lpstr>
      <vt:lpstr>                                           USE CASE DIAGRAM        </vt:lpstr>
      <vt:lpstr>SEQUENCE DIAGRAM</vt:lpstr>
      <vt:lpstr>ACTIVITY DIAGRAM</vt:lpstr>
      <vt:lpstr>             </vt:lpstr>
      <vt:lpstr>PROGRESS OF THE IMPLEMENTATION</vt:lpstr>
      <vt:lpstr>PowerPoint Presentation</vt:lpstr>
      <vt:lpstr>PowerPoint Presentation</vt:lpstr>
      <vt:lpstr>OUTPUT SCREENS</vt:lpstr>
      <vt:lpstr>PowerPoint Presentation</vt:lpstr>
      <vt:lpstr>PowerPoint Presentation</vt:lpstr>
      <vt:lpstr>PowerPoint Presentation</vt:lpstr>
      <vt:lpstr>SCOPE OF THE PROJECT</vt:lpstr>
      <vt:lpstr>FUTURE WORK</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BONAM VENKATA CHALAMAYYA                       INSTITUTE OF TECHNOLOGY AND SCIENCE                                                  (AUTONOMOUS)</dc:title>
  <dc:creator>sai akshitha kommula</dc:creator>
  <cp:lastModifiedBy>22P31A4299</cp:lastModifiedBy>
  <cp:revision>153</cp:revision>
  <dcterms:created xsi:type="dcterms:W3CDTF">2025-02-14T05:25:00Z</dcterms:created>
  <dcterms:modified xsi:type="dcterms:W3CDTF">2026-04-07T06:54:35Z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49858A08F8E84F26AD5A6D56874CF885_12</vt:lpwstr>
  </property>
  <property fmtid="{D5CDD505-2E9C-101B-9397-08002B2CF9AE}" pid="3" name="KSOProductBuildVer">
    <vt:lpwstr>1033-12.2.0.20795</vt:lpwstr>
  </property>
</Properties>
</file>